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6.svg" ContentType="image/svg+xml"/>
  <Override PartName="/ppt/media/image18.svg" ContentType="image/svg+xml"/>
  <Override PartName="/ppt/media/image20.svg" ContentType="image/svg+xml"/>
  <Override PartName="/ppt/media/image25.svg" ContentType="image/svg+xml"/>
  <Override PartName="/ppt/media/image27.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6"/>
  </p:notesMasterIdLst>
  <p:sldIdLst>
    <p:sldId id="256" r:id="rId3"/>
    <p:sldId id="257" r:id="rId4"/>
    <p:sldId id="258" r:id="rId5"/>
    <p:sldId id="259" r:id="rId6"/>
    <p:sldId id="261" r:id="rId7"/>
    <p:sldId id="262" r:id="rId8"/>
    <p:sldId id="263" r:id="rId9"/>
    <p:sldId id="264" r:id="rId10"/>
    <p:sldId id="266" r:id="rId11"/>
    <p:sldId id="267" r:id="rId12"/>
    <p:sldId id="268" r:id="rId13"/>
    <p:sldId id="265" r:id="rId14"/>
    <p:sldId id="269" r:id="rId15"/>
    <p:sldId id="270" r:id="rId17"/>
    <p:sldId id="271" r:id="rId18"/>
    <p:sldId id="272" r:id="rId19"/>
    <p:sldId id="273" r:id="rId20"/>
    <p:sldId id="274" r:id="rId21"/>
    <p:sldId id="260" r:id="rId22"/>
    <p:sldId id="27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8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customXml" Target="../customXml/item1.xml"/><Relationship Id="rId27" Type="http://schemas.openxmlformats.org/officeDocument/2006/relationships/customXmlProps" Target="../customXml/itemProps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GB"/>
              <a:t>it expects the resistivity of that layer to be perfectly uniform across the entire surface. In practice, tiny variations in the semiconductor's material, thickness, or edge contacts cause slight deviations from perfect linearity.</a:t>
            </a:r>
            <a:endParaRPr lang="en-US" alt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GB"/>
              <a:t>Even when the room is pitch black and there is absolutely zero light hitting the sensor, a tiny amount of current still flows through the diode when a reverse voltage is applied. This is called dark current and is caused by random thermal generation of charges inside the silicon.</a:t>
            </a:r>
            <a:endParaRPr lang="en-US" altLang="en-GB"/>
          </a:p>
          <a:p>
            <a:r>
              <a:rPr lang="en-US" altLang="en-GB"/>
              <a:t>The flat curve tells you that you can safely apply a reverse bias of $1\text{ V}$ to $10\text{ V}$ to achieve the high bandwidth needed for tracking the cantilever's fast resonant frequency without suffering from a significant penalty in dark current noise.</a:t>
            </a:r>
            <a:endParaRPr lang="en-US" alt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GB"/>
              <a:t>The PSD becomes highly non-linear.</a:t>
            </a:r>
            <a:br>
              <a:rPr lang="en-US" altLang="en-GB"/>
            </a:br>
            <a:br>
              <a:rPr lang="en-US" altLang="en-GB"/>
            </a:br>
            <a:r>
              <a:rPr lang="en-US" altLang="en-GB"/>
              <a:t>In a continuous PSD, the resistive layer acts as a current divider. However, when the laser spot is too bright, the massive localized current flowing through this resistive layer creates a local lateral voltage drop ($\Delta V = I \cdot R$).If this local voltage exceeds $\approx 0.6\text{ V}$, it locally forward-biases the p-n junction. This collapses the depletion barrier directly under the laser spot, allowing charges to leak straight through the junction into the substrate rather than traveling to the electrodes. This is why high interelectrode resistance forces the sensor to saturate at much lower light levels.</a:t>
            </a:r>
            <a:endParaRPr lang="en-US" altLang="en-GB"/>
          </a:p>
          <a:p>
            <a:endParaRPr lang="en-US" altLang="en-GB"/>
          </a:p>
          <a:p>
            <a:r>
              <a:rPr lang="en-US" altLang="en-GB"/>
              <a:t>The position reading will distort, drift, or freeze.</a:t>
            </a:r>
            <a:endParaRPr lang="en-US" altLang="en-GB"/>
          </a:p>
          <a:p>
            <a:endParaRPr lang="en-US" altLang="en-GB"/>
          </a:p>
          <a:p>
            <a:r>
              <a:rPr lang="en-US" altLang="en-GB"/>
              <a:t>Your cantilever measurement will completely fail because the high-frequency oscillation signal will be "clipped" (distorted), masking the true resonant peak.</a:t>
            </a:r>
            <a:endParaRPr lang="en-US" alt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
        <p:nvSpPr>
          <p:cNvPr id="7" name="Rectangles 6"/>
          <p:cNvSpPr/>
          <p:nvPr userDrawn="1"/>
        </p:nvSpPr>
        <p:spPr>
          <a:xfrm>
            <a:off x="0" y="635"/>
            <a:ext cx="168910" cy="6857365"/>
          </a:xfrm>
          <a:prstGeom prst="rect">
            <a:avLst/>
          </a:prstGeom>
          <a:solidFill>
            <a:srgbClr val="00206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
        <p:nvSpPr>
          <p:cNvPr id="7" name="Rectangles 6"/>
          <p:cNvSpPr/>
          <p:nvPr userDrawn="1"/>
        </p:nvSpPr>
        <p:spPr>
          <a:xfrm>
            <a:off x="0" y="635"/>
            <a:ext cx="168910" cy="6857365"/>
          </a:xfrm>
          <a:prstGeom prst="rect">
            <a:avLst/>
          </a:prstGeom>
          <a:solidFill>
            <a:srgbClr val="00206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
        <p:nvSpPr>
          <p:cNvPr id="7" name="Rectangles 6"/>
          <p:cNvSpPr/>
          <p:nvPr userDrawn="1"/>
        </p:nvSpPr>
        <p:spPr>
          <a:xfrm>
            <a:off x="0" y="635"/>
            <a:ext cx="168910" cy="6857365"/>
          </a:xfrm>
          <a:prstGeom prst="rect">
            <a:avLst/>
          </a:prstGeom>
          <a:solidFill>
            <a:srgbClr val="00206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7.svg"/><Relationship Id="rId4" Type="http://schemas.openxmlformats.org/officeDocument/2006/relationships/image" Target="../media/image26.png"/><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l"/>
            <a:r>
              <a:rPr lang="en-US" dirty="0"/>
              <a:t>Position Sensitive detector - Principle and working</a:t>
            </a:r>
            <a:endParaRPr lang="en-US" dirty="0"/>
          </a:p>
        </p:txBody>
      </p:sp>
      <p:sp>
        <p:nvSpPr>
          <p:cNvPr id="3" name="Subtitle 2"/>
          <p:cNvSpPr>
            <a:spLocks noGrp="1"/>
          </p:cNvSpPr>
          <p:nvPr>
            <p:ph type="subTitle" idx="1"/>
          </p:nvPr>
        </p:nvSpPr>
        <p:spPr/>
        <p:txBody>
          <a:bodyPr/>
          <a:lstStyle/>
          <a:p>
            <a:pPr algn="l"/>
            <a:r>
              <a:rPr lang="en-US"/>
              <a:t>MscEEE - Engineering Project 1</a:t>
            </a:r>
            <a:endParaRPr lang="en-US"/>
          </a:p>
          <a:p>
            <a:pPr algn="l"/>
            <a:r>
              <a:rPr lang="en-US"/>
              <a:t>Prepared by Georgey Baby Valavathu</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GB"/>
              <a:t>Agenda</a:t>
            </a:r>
            <a:endParaRPr lang="en-US" altLang="en-GB"/>
          </a:p>
        </p:txBody>
      </p:sp>
      <p:sp>
        <p:nvSpPr>
          <p:cNvPr id="5" name="Content Placeholder 4"/>
          <p:cNvSpPr>
            <a:spLocks noGrp="1"/>
          </p:cNvSpPr>
          <p:nvPr>
            <p:ph idx="1"/>
          </p:nvPr>
        </p:nvSpPr>
        <p:spPr/>
        <p:txBody>
          <a:bodyPr/>
          <a:p>
            <a:pPr marL="514350" indent="-514350">
              <a:buAutoNum type="arabicPeriod"/>
            </a:pPr>
            <a:r>
              <a:rPr lang="en-US" altLang="en-GB"/>
              <a:t>Why PSD?</a:t>
            </a:r>
            <a:endParaRPr lang="en-US" altLang="en-GB"/>
          </a:p>
          <a:p>
            <a:pPr marL="514350" indent="-514350">
              <a:buAutoNum type="arabicPeriod"/>
            </a:pPr>
            <a:r>
              <a:rPr lang="en-US" altLang="en-GB"/>
              <a:t>Working principle</a:t>
            </a:r>
            <a:endParaRPr lang="en-US" altLang="en-GB"/>
          </a:p>
          <a:p>
            <a:pPr marL="514350" indent="-514350">
              <a:buAutoNum type="arabicPeriod"/>
            </a:pPr>
            <a:r>
              <a:rPr lang="en-US" altLang="en-GB"/>
              <a:t>PSD types</a:t>
            </a:r>
            <a:endParaRPr lang="en-US" altLang="en-GB"/>
          </a:p>
          <a:p>
            <a:pPr marL="514350" indent="-514350">
              <a:buAutoNum type="arabicPeriod"/>
            </a:pPr>
            <a:r>
              <a:rPr lang="en-US" altLang="en-GB"/>
              <a:t>Characterstics of a PSD</a:t>
            </a:r>
            <a:endParaRPr lang="en-US" altLang="en-GB"/>
          </a:p>
        </p:txBody>
      </p:sp>
      <p:sp>
        <p:nvSpPr>
          <p:cNvPr id="6" name="Slide Number Placeholder 5"/>
          <p:cNvSpPr>
            <a:spLocks noGrp="1"/>
          </p:cNvSpPr>
          <p:nvPr>
            <p:ph type="sldNum" sz="quarter" idx="12"/>
          </p:nvPr>
        </p:nvSpPr>
        <p:spPr/>
        <p:txBody>
          <a:bodyPr/>
          <a:p>
            <a:fld id="{9B618960-8005-486C-9A75-10CB2AAC16F9}" type="slidenum">
              <a:rPr lang="en-US" sz="1400" smtClean="0"/>
            </a:fld>
            <a:endParaRPr lang="en-US" sz="1400"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838200" y="2766060"/>
            <a:ext cx="7849870" cy="1325880"/>
          </a:xfrm>
        </p:spPr>
        <p:txBody>
          <a:bodyPr>
            <a:normAutofit fontScale="90000"/>
          </a:bodyPr>
          <a:p>
            <a:r>
              <a:rPr lang="en-US" altLang="en-GB"/>
              <a:t>Why choose PSD over a regular photo diode?</a:t>
            </a:r>
            <a:endParaRPr lang="en-US" altLang="en-GB"/>
          </a:p>
        </p:txBody>
      </p:sp>
      <p:sp>
        <p:nvSpPr>
          <p:cNvPr id="6" name="Slide Number Placeholder 5"/>
          <p:cNvSpPr>
            <a:spLocks noGrp="1"/>
          </p:cNvSpPr>
          <p:nvPr>
            <p:ph type="sldNum" sz="quarter" idx="12"/>
          </p:nvPr>
        </p:nvSpPr>
        <p:spPr/>
        <p:txBody>
          <a:bodyPr/>
          <a:p>
            <a:fld id="{9B618960-8005-486C-9A75-10CB2AAC16F9}" type="slidenum">
              <a:rPr lang="en-US" sz="1400" smtClean="0"/>
            </a:fld>
            <a:endParaRPr lang="en-US" sz="140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pic>
        <p:nvPicPr>
          <p:cNvPr id="5" name="Picture 4"/>
          <p:cNvPicPr/>
          <p:nvPr/>
        </p:nvPicPr>
        <p:blipFill>
          <a:blip r:embed="rId1"/>
          <a:stretch>
            <a:fillRect/>
          </a:stretch>
        </p:blipFill>
        <p:spPr>
          <a:xfrm>
            <a:off x="1644015" y="1162685"/>
            <a:ext cx="5096510" cy="4077970"/>
          </a:xfrm>
          <a:prstGeom prst="rect">
            <a:avLst/>
          </a:prstGeom>
        </p:spPr>
      </p:pic>
      <p:sp>
        <p:nvSpPr>
          <p:cNvPr id="6" name="Text Box 5"/>
          <p:cNvSpPr txBox="1"/>
          <p:nvPr/>
        </p:nvSpPr>
        <p:spPr>
          <a:xfrm>
            <a:off x="356235" y="6353175"/>
            <a:ext cx="6384290" cy="306705"/>
          </a:xfrm>
          <a:prstGeom prst="rect">
            <a:avLst/>
          </a:prstGeom>
          <a:noFill/>
        </p:spPr>
        <p:txBody>
          <a:bodyPr wrap="square" rtlCol="0">
            <a:spAutoFit/>
          </a:bodyPr>
          <a:p>
            <a:r>
              <a:rPr lang="en-US" altLang="en-GB" sz="1400" i="1">
                <a:solidFill>
                  <a:schemeClr val="bg2">
                    <a:lumMod val="50000"/>
                  </a:schemeClr>
                </a:solidFill>
              </a:rPr>
              <a:t>Figure 1: A picture of photo diode [1]</a:t>
            </a:r>
            <a:endParaRPr lang="en-US" altLang="en-GB" sz="1400" i="1">
              <a:solidFill>
                <a:schemeClr val="bg2">
                  <a:lumMod val="50000"/>
                </a:schemeClr>
              </a:solidFill>
            </a:endParaRPr>
          </a:p>
        </p:txBody>
      </p:sp>
      <p:sp>
        <p:nvSpPr>
          <p:cNvPr id="7" name="Text Box 6"/>
          <p:cNvSpPr txBox="1"/>
          <p:nvPr/>
        </p:nvSpPr>
        <p:spPr>
          <a:xfrm>
            <a:off x="7774305" y="2829560"/>
            <a:ext cx="2743835" cy="1198880"/>
          </a:xfrm>
          <a:prstGeom prst="rect">
            <a:avLst/>
          </a:prstGeom>
          <a:noFill/>
        </p:spPr>
        <p:txBody>
          <a:bodyPr wrap="square" rtlCol="0">
            <a:spAutoFit/>
          </a:bodyPr>
          <a:p>
            <a:r>
              <a:rPr lang="en-US" altLang="en-GB"/>
              <a:t>A: Houston, do we have light?</a:t>
            </a:r>
            <a:endParaRPr lang="en-US" altLang="en-GB"/>
          </a:p>
          <a:p>
            <a:r>
              <a:rPr lang="en-US" altLang="en-GB"/>
              <a:t>B: Yes we have.</a:t>
            </a:r>
            <a:endParaRPr lang="en-US" altLang="en-GB"/>
          </a:p>
          <a:p>
            <a:r>
              <a:rPr lang="en-US" altLang="en-GB"/>
              <a:t>A: Over and out</a:t>
            </a:r>
            <a:endParaRPr lang="en-US" alt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pic>
        <p:nvPicPr>
          <p:cNvPr id="5" name="Picture 4"/>
          <p:cNvPicPr/>
          <p:nvPr/>
        </p:nvPicPr>
        <p:blipFill>
          <a:blip r:embed="rId1"/>
          <a:stretch>
            <a:fillRect/>
          </a:stretch>
        </p:blipFill>
        <p:spPr>
          <a:xfrm>
            <a:off x="1607185" y="1828165"/>
            <a:ext cx="4114800" cy="2819400"/>
          </a:xfrm>
          <a:prstGeom prst="rect">
            <a:avLst/>
          </a:prstGeom>
        </p:spPr>
      </p:pic>
      <p:sp>
        <p:nvSpPr>
          <p:cNvPr id="6" name="Text Box 5"/>
          <p:cNvSpPr txBox="1"/>
          <p:nvPr/>
        </p:nvSpPr>
        <p:spPr>
          <a:xfrm>
            <a:off x="356235" y="6353175"/>
            <a:ext cx="6384290" cy="306705"/>
          </a:xfrm>
          <a:prstGeom prst="rect">
            <a:avLst/>
          </a:prstGeom>
          <a:noFill/>
        </p:spPr>
        <p:txBody>
          <a:bodyPr wrap="square" rtlCol="0">
            <a:spAutoFit/>
          </a:bodyPr>
          <a:p>
            <a:r>
              <a:rPr lang="en-US" altLang="en-GB" sz="1400" i="1">
                <a:solidFill>
                  <a:schemeClr val="bg2">
                    <a:lumMod val="50000"/>
                  </a:schemeClr>
                </a:solidFill>
              </a:rPr>
              <a:t>Figure 2: A picture of Position Sensitive Detector [2]</a:t>
            </a:r>
            <a:endParaRPr lang="en-US" altLang="en-GB" sz="1400" i="1">
              <a:solidFill>
                <a:schemeClr val="bg2">
                  <a:lumMod val="50000"/>
                </a:schemeClr>
              </a:solidFill>
            </a:endParaRPr>
          </a:p>
        </p:txBody>
      </p:sp>
      <p:sp>
        <p:nvSpPr>
          <p:cNvPr id="7" name="Text Box 6"/>
          <p:cNvSpPr txBox="1"/>
          <p:nvPr/>
        </p:nvSpPr>
        <p:spPr>
          <a:xfrm>
            <a:off x="6856730" y="2638425"/>
            <a:ext cx="4064000" cy="1198880"/>
          </a:xfrm>
          <a:prstGeom prst="rect">
            <a:avLst/>
          </a:prstGeom>
          <a:noFill/>
        </p:spPr>
        <p:txBody>
          <a:bodyPr wrap="square" rtlCol="0">
            <a:spAutoFit/>
          </a:bodyPr>
          <a:p>
            <a:r>
              <a:rPr lang="en-US" altLang="en-GB"/>
              <a:t>A: Houston, do we have light?</a:t>
            </a:r>
            <a:endParaRPr lang="en-US" altLang="en-GB"/>
          </a:p>
          <a:p>
            <a:r>
              <a:rPr lang="en-US" altLang="en-GB"/>
              <a:t>B: Yes we have</a:t>
            </a:r>
            <a:endParaRPr lang="en-US" altLang="en-GB"/>
          </a:p>
          <a:p>
            <a:r>
              <a:rPr lang="en-US" altLang="en-GB"/>
              <a:t>A: Coordinates?</a:t>
            </a:r>
            <a:endParaRPr lang="en-US" altLang="en-GB"/>
          </a:p>
          <a:p>
            <a:r>
              <a:rPr lang="en-US" altLang="en-GB"/>
              <a:t>B: 23,0345 and -10,9030</a:t>
            </a:r>
            <a:endParaRPr lang="en-US" alt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2766060"/>
            <a:ext cx="7305675" cy="1325880"/>
          </a:xfrm>
        </p:spPr>
        <p:txBody>
          <a:bodyPr>
            <a:normAutofit fontScale="90000"/>
          </a:bodyPr>
          <a:p>
            <a:r>
              <a:rPr lang="en-US" altLang="en-GB"/>
              <a:t>Working Principle of a Position Sensitive detector</a:t>
            </a:r>
            <a:endParaRPr lang="en-US" altLang="en-GB"/>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pic>
        <p:nvPicPr>
          <p:cNvPr id="5" name="Picture 4"/>
          <p:cNvPicPr>
            <a:picLocks noChangeAspect="1"/>
          </p:cNvPicPr>
          <p:nvPr/>
        </p:nvPicPr>
        <p:blipFill>
          <a:blip r:embed="rId1"/>
          <a:stretch>
            <a:fillRect/>
          </a:stretch>
        </p:blipFill>
        <p:spPr>
          <a:xfrm>
            <a:off x="2411095" y="1378585"/>
            <a:ext cx="7370445" cy="3942715"/>
          </a:xfrm>
          <a:prstGeom prst="rect">
            <a:avLst/>
          </a:prstGeom>
        </p:spPr>
      </p:pic>
      <p:sp>
        <p:nvSpPr>
          <p:cNvPr id="6" name="Text Box 5"/>
          <p:cNvSpPr txBox="1"/>
          <p:nvPr/>
        </p:nvSpPr>
        <p:spPr>
          <a:xfrm>
            <a:off x="356235" y="6353175"/>
            <a:ext cx="6384290" cy="306705"/>
          </a:xfrm>
          <a:prstGeom prst="rect">
            <a:avLst/>
          </a:prstGeom>
          <a:noFill/>
        </p:spPr>
        <p:txBody>
          <a:bodyPr wrap="square" rtlCol="0">
            <a:spAutoFit/>
          </a:bodyPr>
          <a:p>
            <a:r>
              <a:rPr lang="en-US" altLang="en-GB" sz="1400" i="1">
                <a:solidFill>
                  <a:schemeClr val="bg2">
                    <a:lumMod val="50000"/>
                  </a:schemeClr>
                </a:solidFill>
              </a:rPr>
              <a:t>Figure 3: Cross sectional schematic of a Position Sensitive Detector [3]</a:t>
            </a:r>
            <a:endParaRPr lang="en-US" altLang="en-GB" sz="1400" i="1">
              <a:solidFill>
                <a:schemeClr val="bg2">
                  <a:lumMod val="50000"/>
                </a:scheme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4"/>
          <p:cNvPicPr>
            <a:picLocks noChangeAspect="1"/>
          </p:cNvPicPr>
          <p:nvPr/>
        </p:nvPicPr>
        <p:blipFill>
          <a:blip r:embed="rId1"/>
          <a:stretch>
            <a:fillRect/>
          </a:stretch>
        </p:blipFill>
        <p:spPr>
          <a:xfrm>
            <a:off x="790575" y="2083435"/>
            <a:ext cx="6691630" cy="2691765"/>
          </a:xfrm>
          <a:prstGeom prst="rect">
            <a:avLst/>
          </a:prstGeom>
        </p:spPr>
      </p:pic>
      <p:sp>
        <p:nvSpPr>
          <p:cNvPr id="6" name="Text Box 5"/>
          <p:cNvSpPr txBox="1"/>
          <p:nvPr/>
        </p:nvSpPr>
        <p:spPr>
          <a:xfrm>
            <a:off x="356235" y="6353175"/>
            <a:ext cx="6384290" cy="306705"/>
          </a:xfrm>
          <a:prstGeom prst="rect">
            <a:avLst/>
          </a:prstGeom>
          <a:noFill/>
        </p:spPr>
        <p:txBody>
          <a:bodyPr wrap="square" rtlCol="0">
            <a:spAutoFit/>
          </a:bodyPr>
          <a:p>
            <a:r>
              <a:rPr lang="en-US" altLang="en-GB" sz="1400" i="1">
                <a:solidFill>
                  <a:schemeClr val="bg2">
                    <a:lumMod val="50000"/>
                  </a:schemeClr>
                </a:solidFill>
              </a:rPr>
              <a:t>Figure 4: Photo sensitive area (one-dimensional) [3]</a:t>
            </a:r>
            <a:endParaRPr lang="en-US" altLang="en-GB" sz="1400" i="1">
              <a:solidFill>
                <a:schemeClr val="bg2">
                  <a:lumMod val="50000"/>
                </a:schemeClr>
              </a:solidFill>
            </a:endParaRPr>
          </a:p>
        </p:txBody>
      </p:sp>
      <p:sp>
        <p:nvSpPr>
          <p:cNvPr id="7" name="Text Box 6"/>
          <p:cNvSpPr txBox="1"/>
          <p:nvPr/>
        </p:nvSpPr>
        <p:spPr>
          <a:xfrm>
            <a:off x="5036439" y="3244786"/>
            <a:ext cx="309880" cy="368300"/>
          </a:xfrm>
          <a:prstGeom prst="rect">
            <a:avLst/>
          </a:prstGeom>
          <a:noFill/>
        </p:spPr>
        <p:txBody>
          <a:bodyPr wrap="none" rtlCol="0" anchor="t">
            <a:spAutoFit/>
          </a:bodyPr>
          <a:p>
            <a:pPr algn="l"/>
            <a:endParaRPr lang="en-GB" altLang="en-US"/>
          </a:p>
        </p:txBody>
      </p:sp>
      <p:pic>
        <p:nvPicPr>
          <p:cNvPr id="8" name="2384804F-3998-4D57-9195-F3826E402611-1" descr="wpp"/>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82205" y="3036570"/>
            <a:ext cx="3270250" cy="785495"/>
          </a:xfrm>
          <a:prstGeom prst="rect">
            <a:avLst/>
          </a:prstGeom>
        </p:spPr>
      </p:pic>
      <p:sp>
        <p:nvSpPr>
          <p:cNvPr id="2" name="Slide Number Placeholder 1"/>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2766060"/>
            <a:ext cx="10515600" cy="1325563"/>
          </a:xfrm>
        </p:spPr>
        <p:txBody>
          <a:bodyPr/>
          <a:p>
            <a:r>
              <a:rPr lang="en-US" altLang="en-GB"/>
              <a:t>PSD types - lateral and segmented</a:t>
            </a:r>
            <a:endParaRPr lang="en-US" altLang="en-GB"/>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Lateral effect PSDs</a:t>
            </a:r>
            <a:endParaRPr lang="en-US" altLang="en-GB"/>
          </a:p>
        </p:txBody>
      </p:sp>
      <p:sp>
        <p:nvSpPr>
          <p:cNvPr id="3" name="Content Placeholder 2"/>
          <p:cNvSpPr>
            <a:spLocks noGrp="1"/>
          </p:cNvSpPr>
          <p:nvPr>
            <p:ph idx="1"/>
          </p:nvPr>
        </p:nvSpPr>
        <p:spPr/>
        <p:txBody>
          <a:bodyPr/>
          <a:p>
            <a:r>
              <a:rPr lang="en-US" altLang="en-GB"/>
              <a:t>Uniform resistive layer</a:t>
            </a:r>
            <a:endParaRPr lang="en-US" altLang="en-GB"/>
          </a:p>
          <a:p>
            <a:r>
              <a:rPr lang="en-US" altLang="en-GB"/>
              <a:t>Calculation of position using ratio of current across electrodes</a:t>
            </a:r>
            <a:endParaRPr lang="en-US" altLang="en-GB"/>
          </a:p>
          <a:p>
            <a:r>
              <a:rPr lang="en-US" altLang="en-GB"/>
              <a:t>1 dimensional and 2 dimensional </a:t>
            </a:r>
            <a:endParaRPr lang="en-US" altLang="en-GB"/>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Content Placeholder 7"/>
          <p:cNvSpPr>
            <a:spLocks noGrp="1"/>
          </p:cNvSpPr>
          <p:nvPr>
            <p:ph idx="1"/>
          </p:nvPr>
        </p:nvSpPr>
        <p:spPr/>
        <p:txBody>
          <a:bodyPr/>
          <a:p>
            <a:r>
              <a:rPr lang="en-US" altLang="en-GB"/>
              <a:t>Sensing area is divided into 4 quadrants.</a:t>
            </a:r>
            <a:endParaRPr lang="en-US" altLang="en-GB"/>
          </a:p>
          <a:p>
            <a:r>
              <a:rPr lang="en-US" altLang="en-GB"/>
              <a:t>Each area is independent and generates a current.</a:t>
            </a:r>
            <a:endParaRPr lang="en-US" altLang="en-GB"/>
          </a:p>
        </p:txBody>
      </p:sp>
      <p:sp>
        <p:nvSpPr>
          <p:cNvPr id="2" name="Title 1"/>
          <p:cNvSpPr>
            <a:spLocks noGrp="1"/>
          </p:cNvSpPr>
          <p:nvPr>
            <p:ph type="title"/>
          </p:nvPr>
        </p:nvSpPr>
        <p:spPr/>
        <p:txBody>
          <a:bodyPr/>
          <a:p>
            <a:r>
              <a:rPr lang="en-US" altLang="en-GB"/>
              <a:t>Segmented/Quadrant PSDs</a:t>
            </a:r>
            <a:endParaRPr lang="en-US" altLang="en-GB"/>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pic>
        <p:nvPicPr>
          <p:cNvPr id="6" name="Picture 5"/>
          <p:cNvPicPr/>
          <p:nvPr/>
        </p:nvPicPr>
        <p:blipFill>
          <a:blip r:embed="rId1"/>
          <a:stretch>
            <a:fillRect/>
          </a:stretch>
        </p:blipFill>
        <p:spPr>
          <a:xfrm>
            <a:off x="4716780" y="3338830"/>
            <a:ext cx="2631440" cy="2468880"/>
          </a:xfrm>
          <a:prstGeom prst="rect">
            <a:avLst/>
          </a:prstGeom>
        </p:spPr>
      </p:pic>
      <p:sp>
        <p:nvSpPr>
          <p:cNvPr id="7" name="Text Box 6"/>
          <p:cNvSpPr txBox="1"/>
          <p:nvPr/>
        </p:nvSpPr>
        <p:spPr>
          <a:xfrm>
            <a:off x="4490720" y="5870575"/>
            <a:ext cx="3084195" cy="306705"/>
          </a:xfrm>
          <a:prstGeom prst="rect">
            <a:avLst/>
          </a:prstGeom>
          <a:noFill/>
        </p:spPr>
        <p:txBody>
          <a:bodyPr wrap="square" rtlCol="0">
            <a:spAutoFit/>
          </a:bodyPr>
          <a:p>
            <a:r>
              <a:rPr lang="en-US" altLang="en-GB" sz="1400" i="1">
                <a:solidFill>
                  <a:schemeClr val="bg2">
                    <a:lumMod val="50000"/>
                  </a:schemeClr>
                </a:solidFill>
              </a:rPr>
              <a:t>Figure 5: Picture of a quadrant PSD [4]</a:t>
            </a:r>
            <a:endParaRPr lang="en-US" altLang="en-GB" sz="1400" i="1">
              <a:solidFill>
                <a:schemeClr val="bg2">
                  <a:lumMod val="50000"/>
                </a:schemeClr>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2766060"/>
            <a:ext cx="10515600" cy="1325563"/>
          </a:xfrm>
        </p:spPr>
        <p:txBody>
          <a:bodyPr/>
          <a:p>
            <a:r>
              <a:rPr lang="en-US" altLang="en-GB"/>
              <a:t>PSD Characterstics</a:t>
            </a:r>
            <a:endParaRPr lang="en-US" altLang="en-GB"/>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Position Detection Error</a:t>
            </a:r>
            <a:endParaRPr lang="en-US" altLang="en-GB"/>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pic>
        <p:nvPicPr>
          <p:cNvPr id="5" name="Picture 4"/>
          <p:cNvPicPr>
            <a:picLocks noChangeAspect="1"/>
          </p:cNvPicPr>
          <p:nvPr/>
        </p:nvPicPr>
        <p:blipFill>
          <a:blip r:embed="rId1"/>
          <a:stretch>
            <a:fillRect/>
          </a:stretch>
        </p:blipFill>
        <p:spPr>
          <a:xfrm>
            <a:off x="838200" y="2218055"/>
            <a:ext cx="5375275" cy="2844165"/>
          </a:xfrm>
          <a:prstGeom prst="rect">
            <a:avLst/>
          </a:prstGeom>
        </p:spPr>
      </p:pic>
      <p:pic>
        <p:nvPicPr>
          <p:cNvPr id="6" name="2384804F-3998-4D57-9195-F3826E402611-2" descr="wpp"/>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44715" y="2710180"/>
            <a:ext cx="1732915" cy="241935"/>
          </a:xfrm>
          <a:prstGeom prst="rect">
            <a:avLst/>
          </a:prstGeom>
        </p:spPr>
      </p:pic>
      <p:pic>
        <p:nvPicPr>
          <p:cNvPr id="7" name="2384804F-3998-4D57-9195-F3826E402611-3" descr="C:/Users/geobr/AppData/Local/Temp/wpp.eQOTtWwpp"/>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63435" y="3211830"/>
            <a:ext cx="4266105" cy="491999"/>
          </a:xfrm>
          <a:prstGeom prst="rect">
            <a:avLst/>
          </a:prstGeom>
        </p:spPr>
      </p:pic>
      <p:sp>
        <p:nvSpPr>
          <p:cNvPr id="8" name="Text Box 7"/>
          <p:cNvSpPr txBox="1"/>
          <p:nvPr/>
        </p:nvSpPr>
        <p:spPr>
          <a:xfrm>
            <a:off x="356235" y="6353175"/>
            <a:ext cx="6384290" cy="306705"/>
          </a:xfrm>
          <a:prstGeom prst="rect">
            <a:avLst/>
          </a:prstGeom>
          <a:noFill/>
        </p:spPr>
        <p:txBody>
          <a:bodyPr wrap="square" rtlCol="0">
            <a:spAutoFit/>
          </a:bodyPr>
          <a:p>
            <a:r>
              <a:rPr lang="en-US" altLang="en-GB" sz="1400" i="1">
                <a:solidFill>
                  <a:schemeClr val="bg2">
                    <a:lumMod val="50000"/>
                  </a:schemeClr>
                </a:solidFill>
              </a:rPr>
              <a:t>Figure 6: Cross sectional schematic of a PSD [3]</a:t>
            </a:r>
            <a:endParaRPr lang="en-US" altLang="en-GB" sz="1400" i="1">
              <a:solidFill>
                <a:schemeClr val="bg2">
                  <a:lumMod val="50000"/>
                </a:schemeClr>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4"/>
          <p:cNvPicPr>
            <a:picLocks noChangeAspect="1"/>
          </p:cNvPicPr>
          <p:nvPr/>
        </p:nvPicPr>
        <p:blipFill>
          <a:blip r:embed="rId1"/>
          <a:stretch>
            <a:fillRect/>
          </a:stretch>
        </p:blipFill>
        <p:spPr>
          <a:xfrm>
            <a:off x="1687830" y="1452245"/>
            <a:ext cx="4237990" cy="3961130"/>
          </a:xfrm>
          <a:prstGeom prst="rect">
            <a:avLst/>
          </a:prstGeom>
        </p:spPr>
      </p:pic>
      <p:pic>
        <p:nvPicPr>
          <p:cNvPr id="6" name="Picture 5"/>
          <p:cNvPicPr>
            <a:picLocks noChangeAspect="1"/>
          </p:cNvPicPr>
          <p:nvPr/>
        </p:nvPicPr>
        <p:blipFill>
          <a:blip r:embed="rId2"/>
          <a:stretch>
            <a:fillRect/>
          </a:stretch>
        </p:blipFill>
        <p:spPr>
          <a:xfrm>
            <a:off x="6092825" y="1453515"/>
            <a:ext cx="4388485" cy="3951605"/>
          </a:xfrm>
          <a:prstGeom prst="rect">
            <a:avLst/>
          </a:prstGeom>
        </p:spPr>
      </p:pic>
      <p:sp>
        <p:nvSpPr>
          <p:cNvPr id="8" name="Text Box 7"/>
          <p:cNvSpPr txBox="1"/>
          <p:nvPr/>
        </p:nvSpPr>
        <p:spPr>
          <a:xfrm>
            <a:off x="325120" y="6148705"/>
            <a:ext cx="6384290" cy="521970"/>
          </a:xfrm>
          <a:prstGeom prst="rect">
            <a:avLst/>
          </a:prstGeom>
          <a:noFill/>
        </p:spPr>
        <p:txBody>
          <a:bodyPr wrap="square" rtlCol="0">
            <a:spAutoFit/>
          </a:bodyPr>
          <a:p>
            <a:r>
              <a:rPr lang="en-US" altLang="en-GB" sz="1400" i="1">
                <a:solidFill>
                  <a:schemeClr val="bg2">
                    <a:lumMod val="50000"/>
                  </a:schemeClr>
                </a:solidFill>
              </a:rPr>
              <a:t>Figure 7: (A) Photocurrent measurement example of S4583-04 </a:t>
            </a:r>
            <a:endParaRPr lang="en-US" altLang="en-GB" sz="1400" i="1">
              <a:solidFill>
                <a:schemeClr val="bg2">
                  <a:lumMod val="50000"/>
                </a:schemeClr>
              </a:solidFill>
            </a:endParaRPr>
          </a:p>
          <a:p>
            <a:r>
              <a:rPr lang="en-US" altLang="en-GB" sz="1400" i="1">
                <a:solidFill>
                  <a:schemeClr val="bg2">
                    <a:lumMod val="50000"/>
                  </a:schemeClr>
                </a:solidFill>
              </a:rPr>
              <a:t>                (B) Position detector error example of S4583-04 [3]</a:t>
            </a:r>
            <a:endParaRPr lang="en-US" altLang="en-GB" sz="1400" i="1">
              <a:solidFill>
                <a:schemeClr val="bg2">
                  <a:lumMod val="50000"/>
                </a:schemeClr>
              </a:solidFill>
            </a:endParaRPr>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Position Resolution</a:t>
            </a:r>
            <a:endParaRPr lang="en-US" altLang="en-GB"/>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pic>
        <p:nvPicPr>
          <p:cNvPr id="5" name="2384804F-3998-4D57-9195-F3826E402611-4" descr="wpp"/>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48555" y="2046605"/>
            <a:ext cx="2294890" cy="800735"/>
          </a:xfrm>
          <a:prstGeom prst="rect">
            <a:avLst/>
          </a:prstGeom>
        </p:spPr>
      </p:pic>
      <p:sp>
        <p:nvSpPr>
          <p:cNvPr id="6" name="Text Box 5"/>
          <p:cNvSpPr txBox="1"/>
          <p:nvPr/>
        </p:nvSpPr>
        <p:spPr>
          <a:xfrm>
            <a:off x="2231390" y="3528060"/>
            <a:ext cx="7785735" cy="645160"/>
          </a:xfrm>
          <a:prstGeom prst="rect">
            <a:avLst/>
          </a:prstGeom>
          <a:noFill/>
        </p:spPr>
        <p:txBody>
          <a:bodyPr wrap="square" rtlCol="0">
            <a:spAutoFit/>
          </a:bodyPr>
          <a:p>
            <a:pPr algn="ctr"/>
            <a:r>
              <a:rPr lang="en-US" altLang="en-GB"/>
              <a:t>when positional change is </a:t>
            </a:r>
            <a:r>
              <a:rPr lang="en-US" altLang="en-GB" u="sng"/>
              <a:t>infinitely small</a:t>
            </a:r>
            <a:r>
              <a:rPr lang="en-US" altLang="en-GB"/>
              <a:t>, the noise component determines the Position resolution.</a:t>
            </a:r>
            <a:endParaRPr lang="en-US" altLang="en-GB"/>
          </a:p>
        </p:txBody>
      </p:sp>
      <p:pic>
        <p:nvPicPr>
          <p:cNvPr id="7" name="2384804F-3998-4D57-9195-F3826E402611-5" descr="wpp"/>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48555" y="4676775"/>
            <a:ext cx="2352040" cy="835660"/>
          </a:xfrm>
          <a:prstGeom prst="rect">
            <a:avLst/>
          </a:prstGeom>
        </p:spPr>
      </p:pic>
      <p:pic>
        <p:nvPicPr>
          <p:cNvPr id="8" name="2384804F-3998-4D57-9195-F3826E402611-6" descr="C:/Users/geobr/AppData/Local/Temp/wpp.Jjdhcuwpp"/>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31470" y="5738495"/>
            <a:ext cx="3836670" cy="9829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Dark current</a:t>
            </a:r>
            <a:endParaRPr lang="en-US" altLang="en-GB"/>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pic>
        <p:nvPicPr>
          <p:cNvPr id="5" name="Picture 4"/>
          <p:cNvPicPr>
            <a:picLocks noChangeAspect="1"/>
          </p:cNvPicPr>
          <p:nvPr/>
        </p:nvPicPr>
        <p:blipFill>
          <a:blip r:embed="rId1"/>
          <a:stretch>
            <a:fillRect/>
          </a:stretch>
        </p:blipFill>
        <p:spPr>
          <a:xfrm>
            <a:off x="4006215" y="1691005"/>
            <a:ext cx="4541520" cy="4381500"/>
          </a:xfrm>
          <a:prstGeom prst="rect">
            <a:avLst/>
          </a:prstGeom>
        </p:spPr>
      </p:pic>
      <p:sp>
        <p:nvSpPr>
          <p:cNvPr id="8" name="Text Box 7"/>
          <p:cNvSpPr txBox="1"/>
          <p:nvPr/>
        </p:nvSpPr>
        <p:spPr>
          <a:xfrm>
            <a:off x="356235" y="6353175"/>
            <a:ext cx="6384290" cy="306705"/>
          </a:xfrm>
          <a:prstGeom prst="rect">
            <a:avLst/>
          </a:prstGeom>
          <a:noFill/>
        </p:spPr>
        <p:txBody>
          <a:bodyPr wrap="square" rtlCol="0">
            <a:spAutoFit/>
          </a:bodyPr>
          <a:p>
            <a:r>
              <a:rPr lang="en-US" altLang="en-GB" sz="1400" i="1">
                <a:solidFill>
                  <a:schemeClr val="bg2">
                    <a:lumMod val="50000"/>
                  </a:schemeClr>
                </a:solidFill>
              </a:rPr>
              <a:t>Figure 8: Dark current vs Reverse voltage [5]</a:t>
            </a:r>
            <a:endParaRPr lang="en-US" altLang="en-GB" sz="1400" i="1">
              <a:solidFill>
                <a:schemeClr val="bg2">
                  <a:lumMod val="50000"/>
                </a:schemeClr>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GB"/>
              <a:t>Saturation photocurrent vs Interelectrode resistance</a:t>
            </a:r>
            <a:endParaRPr lang="en-US" altLang="en-GB"/>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pic>
        <p:nvPicPr>
          <p:cNvPr id="5" name="Picture 4"/>
          <p:cNvPicPr>
            <a:picLocks noChangeAspect="1"/>
          </p:cNvPicPr>
          <p:nvPr/>
        </p:nvPicPr>
        <p:blipFill>
          <a:blip r:embed="rId1"/>
          <a:stretch>
            <a:fillRect/>
          </a:stretch>
        </p:blipFill>
        <p:spPr>
          <a:xfrm>
            <a:off x="1155700" y="1790700"/>
            <a:ext cx="4610100" cy="4465320"/>
          </a:xfrm>
          <a:prstGeom prst="rect">
            <a:avLst/>
          </a:prstGeom>
        </p:spPr>
      </p:pic>
      <p:sp>
        <p:nvSpPr>
          <p:cNvPr id="6" name="Text Box 5"/>
          <p:cNvSpPr txBox="1"/>
          <p:nvPr/>
        </p:nvSpPr>
        <p:spPr>
          <a:xfrm>
            <a:off x="6127115" y="2116455"/>
            <a:ext cx="4064000" cy="1753235"/>
          </a:xfrm>
          <a:prstGeom prst="rect">
            <a:avLst/>
          </a:prstGeom>
          <a:noFill/>
        </p:spPr>
        <p:txBody>
          <a:bodyPr wrap="square" rtlCol="0">
            <a:spAutoFit/>
          </a:bodyPr>
          <a:p>
            <a:pPr marL="285750" indent="-285750">
              <a:buFont typeface="Arial" panose="020B0604020202020204" pitchFamily="34" charset="0"/>
              <a:buChar char="•"/>
            </a:pPr>
            <a:r>
              <a:rPr lang="en-US" altLang="en-GB"/>
              <a:t>Top layer of PSD acts as a uniform resistance.</a:t>
            </a:r>
            <a:endParaRPr lang="en-US" altLang="en-GB"/>
          </a:p>
          <a:p>
            <a:pPr marL="285750" indent="-285750">
              <a:buFont typeface="Arial" panose="020B0604020202020204" pitchFamily="34" charset="0"/>
              <a:buChar char="•"/>
            </a:pPr>
            <a:r>
              <a:rPr lang="en-US" altLang="en-GB"/>
              <a:t>Interelectrode resistance is the end to end resistance between electrodes.</a:t>
            </a:r>
            <a:endParaRPr lang="en-US" altLang="en-GB"/>
          </a:p>
          <a:p>
            <a:pPr marL="285750" indent="-285750">
              <a:buFont typeface="Arial" panose="020B0604020202020204" pitchFamily="34" charset="0"/>
              <a:buChar char="•"/>
            </a:pPr>
            <a:r>
              <a:rPr lang="en-US" altLang="en-GB"/>
              <a:t>If light is too intense, diode is unable to generate more current -&gt; saturation.</a:t>
            </a:r>
            <a:endParaRPr lang="en-US" altLang="en-GB"/>
          </a:p>
        </p:txBody>
      </p:sp>
      <p:sp>
        <p:nvSpPr>
          <p:cNvPr id="8" name="Text Box 7"/>
          <p:cNvSpPr txBox="1"/>
          <p:nvPr/>
        </p:nvSpPr>
        <p:spPr>
          <a:xfrm>
            <a:off x="356235" y="6353175"/>
            <a:ext cx="6384290" cy="306705"/>
          </a:xfrm>
          <a:prstGeom prst="rect">
            <a:avLst/>
          </a:prstGeom>
          <a:noFill/>
        </p:spPr>
        <p:txBody>
          <a:bodyPr wrap="square" rtlCol="0">
            <a:spAutoFit/>
          </a:bodyPr>
          <a:p>
            <a:r>
              <a:rPr lang="en-US" altLang="en-GB" sz="1400" i="1">
                <a:solidFill>
                  <a:schemeClr val="bg2">
                    <a:lumMod val="50000"/>
                  </a:schemeClr>
                </a:solidFill>
              </a:rPr>
              <a:t>Figure 9: Saturation photocurrent vs Interelectrode resistance [5]</a:t>
            </a:r>
            <a:endParaRPr lang="en-US" altLang="en-GB" sz="1400" i="1">
              <a:solidFill>
                <a:schemeClr val="bg2">
                  <a:lumMod val="50000"/>
                </a:schemeClr>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Rise time</a:t>
            </a:r>
            <a:endParaRPr lang="en-US" altLang="en-GB"/>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pic>
        <p:nvPicPr>
          <p:cNvPr id="5" name="Picture 4"/>
          <p:cNvPicPr>
            <a:picLocks noChangeAspect="1"/>
          </p:cNvPicPr>
          <p:nvPr/>
        </p:nvPicPr>
        <p:blipFill>
          <a:blip r:embed="rId1"/>
          <a:stretch>
            <a:fillRect/>
          </a:stretch>
        </p:blipFill>
        <p:spPr>
          <a:xfrm>
            <a:off x="1600835" y="1691005"/>
            <a:ext cx="4886325" cy="4232910"/>
          </a:xfrm>
          <a:prstGeom prst="rect">
            <a:avLst/>
          </a:prstGeom>
        </p:spPr>
      </p:pic>
      <p:sp>
        <p:nvSpPr>
          <p:cNvPr id="8" name="Text Box 7"/>
          <p:cNvSpPr txBox="1"/>
          <p:nvPr/>
        </p:nvSpPr>
        <p:spPr>
          <a:xfrm>
            <a:off x="356235" y="6353175"/>
            <a:ext cx="6384290" cy="306705"/>
          </a:xfrm>
          <a:prstGeom prst="rect">
            <a:avLst/>
          </a:prstGeom>
          <a:noFill/>
        </p:spPr>
        <p:txBody>
          <a:bodyPr wrap="square" rtlCol="0">
            <a:spAutoFit/>
          </a:bodyPr>
          <a:p>
            <a:r>
              <a:rPr lang="en-US" altLang="en-GB" sz="1400" i="1">
                <a:solidFill>
                  <a:schemeClr val="bg2">
                    <a:lumMod val="50000"/>
                  </a:schemeClr>
                </a:solidFill>
              </a:rPr>
              <a:t>Figure 10: Rise time vs Reverse voltage characterstics [3]</a:t>
            </a:r>
            <a:endParaRPr lang="en-US" altLang="en-GB" sz="1400" i="1">
              <a:solidFill>
                <a:schemeClr val="bg2">
                  <a:lumMod val="50000"/>
                </a:schemeClr>
              </a:solidFill>
            </a:endParaRPr>
          </a:p>
        </p:txBody>
      </p:sp>
      <p:pic>
        <p:nvPicPr>
          <p:cNvPr id="7" name="2384804F-3998-4D57-9195-F3826E402611-7" descr="wpp"/>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43495" y="2295525"/>
            <a:ext cx="1544320" cy="285115"/>
          </a:xfrm>
          <a:prstGeom prst="rect">
            <a:avLst/>
          </a:prstGeom>
        </p:spPr>
      </p:pic>
      <p:pic>
        <p:nvPicPr>
          <p:cNvPr id="9" name="2384804F-3998-4D57-9195-F3826E402611-8" descr="C:/Users/geobr/AppData/Local/Temp/wpp.gxtEVFwpp"/>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22160" y="3262630"/>
            <a:ext cx="3868420" cy="109029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References</a:t>
            </a:r>
            <a:endParaRPr lang="en-US" altLang="en-GB"/>
          </a:p>
        </p:txBody>
      </p:sp>
      <p:sp>
        <p:nvSpPr>
          <p:cNvPr id="3" name="Content Placeholder 2"/>
          <p:cNvSpPr>
            <a:spLocks noGrp="1"/>
          </p:cNvSpPr>
          <p:nvPr>
            <p:ph idx="1"/>
          </p:nvPr>
        </p:nvSpPr>
        <p:spPr/>
        <p:txBody>
          <a:bodyPr/>
          <a:p>
            <a:r>
              <a:rPr lang="en-US" altLang="en-GB" sz="1800"/>
              <a:t>[1] “Read photo-diode / resistor as a digital value - Other Hardware / General Electronics,” Arduino Forum. Accessed: Jul. 14, 2026. [Online]. Available: https://forum.arduino.cc/t/read-photo-diode-resistor-as-a-digital-value/495950</a:t>
            </a:r>
            <a:endParaRPr lang="en-US" altLang="en-GB" sz="1800"/>
          </a:p>
          <a:p>
            <a:r>
              <a:rPr lang="en-US" altLang="en-GB" sz="1800"/>
              <a:t>[2] “S3932 HAMAMATSU, Positionsempfindlicher Detektor, eine Dimension, 1 x 12mm,” Farnell Deutschland. Accessed: Jul. 14, 2026. [Online]. Available: https://de.farnell.com/hamamatsu/s3932/1d-psd-detektor-1-x-12mm-920nm/dp/4258109</a:t>
            </a:r>
            <a:endParaRPr lang="en-US" altLang="en-GB" sz="1800"/>
          </a:p>
          <a:p>
            <a:r>
              <a:rPr lang="en-US" altLang="en-GB" sz="1800"/>
              <a:t>[3] “Technical note / PSD (position sensitive detectors),” Hamamatsu p. 10, Apr. 2026 [Online]. Available: https://www.hamamatsu.com/content/dam/hamamatsu-photonics/sites/documents/99_SALES_LIBRARY/ssd/psd_kpsd9001e.pdf</a:t>
            </a:r>
            <a:endParaRPr lang="en-US" altLang="en-GB" sz="1800"/>
          </a:p>
          <a:p>
            <a:r>
              <a:rPr lang="en-US" altLang="en-GB" sz="1800"/>
              <a:t>[4] “Quadrant APDs (QA) | First Sensor.” Accessed: Jul. 14, 2026. [Online]. Available: https://www.first-sensor.com/en/produkte/optische-sensoren/detektoren/quadranten-apds-qa/</a:t>
            </a:r>
            <a:endParaRPr lang="en-US" altLang="en-GB" sz="1800"/>
          </a:p>
          <a:p>
            <a:r>
              <a:rPr lang="en-US" altLang="en-GB" sz="1800"/>
              <a:t>[5] “One-dimensional PSD Plastic package,” p. 5, Oct. 2020. [Online]. Available: https://www.hamamatsu.com/content/dam/hamamatsu-photonics/sites/documents/99_SALES_LIBRARY/ssd/s4583-04_etc_kpsd1009e.pdf</a:t>
            </a:r>
            <a:endParaRPr lang="en-US" altLang="en-GB" sz="1800"/>
          </a:p>
          <a:p>
            <a:endParaRPr lang="en-US" altLang="en-GB" sz="1800"/>
          </a:p>
          <a:p>
            <a:endParaRPr lang="en-US" altLang="en-GB" sz="1800"/>
          </a:p>
          <a:p>
            <a:endParaRPr lang="en-US" altLang="en-GB" sz="1800"/>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a:xfrm>
            <a:off x="831850" y="953453"/>
            <a:ext cx="10515600" cy="2852737"/>
          </a:xfrm>
        </p:spPr>
        <p:txBody>
          <a:bodyPr/>
          <a:p>
            <a:r>
              <a:rPr lang="en-US" altLang="en-GB"/>
              <a:t>Thankyou!</a:t>
            </a:r>
            <a:endParaRPr lang="en-US" altLang="en-GB"/>
          </a:p>
        </p:txBody>
      </p:sp>
      <p:sp>
        <p:nvSpPr>
          <p:cNvPr id="6" name="Text Placeholder 5"/>
          <p:cNvSpPr>
            <a:spLocks noGrp="1"/>
          </p:cNvSpPr>
          <p:nvPr>
            <p:ph type="body" idx="1"/>
          </p:nvPr>
        </p:nvSpPr>
        <p:spPr>
          <a:xfrm>
            <a:off x="831850" y="3833178"/>
            <a:ext cx="10515600" cy="1500187"/>
          </a:xfrm>
        </p:spPr>
        <p:txBody>
          <a:bodyPr/>
          <a:p>
            <a:r>
              <a:rPr lang="en-US" altLang="en-GB"/>
              <a:t>Prepared by Georgey Baby Valavathu</a:t>
            </a:r>
            <a:endParaRPr lang="en-US" altLang="en-GB"/>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2384804F-3998-4D57-9195-F3826E402611-1">
      <extobjdata type="2384804F-3998-4D57-9195-F3826E402611" data="ewoJIkltZ1NldHRpbmdKc29uIiA6ICJ7XCJoZWlnaHRcIjozOC4zOTI4NTcxNDI4NTcxNCxcIndpZHRoXCI6MTYxLjYwNzE0Mjg1NzE0MjgzfSIsCgkiTGF0ZXgiIDogIlhfYSA9IFxcZnJhY3tMX3h9ezJ9IFxcY2RvdCBcXGZyYWN7SV97eDF9LUlfe3gyfX17SV97eDF9K0lfe3gyfX0iLAoJIkxhdGV4SW1nQmFzZTY0IiA6ICJQSE4yWnlCNGJXeHVjejBpYUhSMGNEb3ZMM2QzZHk1M015NXZjbWN2TWpBd01DOXpkbWNpSUhkcFpIUm9QU0l5TUM0M05UWmxlQ0lnYUdWcFoyaDBQU0kwTGprNE5HVjRJaUJ5YjJ4bFBTSnBiV2NpSUdadlkzVnpZV0pzWlQwaVptRnNjMlVpSUhacFpYZENiM2c5SWpBZ0xURXpOVGtnT1RFM05DQXlNakF5TGpnaUlIaHRiRzV6T25oc2FXNXJQU0pvZEhSd09pOHZkM2QzTG5jekxtOXlaeTh4T1RrNUwzaHNhVzVySWlCaGNtbGhMV2hwWkdSbGJqMGlkSEoxWlNJZ2MzUjViR1U5SW5abGNuUnBZMkZzTFdGc2FXZHVPaUF0TVM0NU1EbGxlRHNnYldGNExYZHBaSFJvT2lBNU9DVTdJajQ4WkdWbWN6NDhjR0YwYUNCcFpEMGlUVXBZTFRFek9DMVVSVmd0U1MweFJEUTBRaUlnWkQwaVRUUXlJREJJTkRCUk1qWWdNQ0F5TmlBeE1WRXlOaUF4TlNBeU9TQXlOMUV6TXlBME1TQXpOaUEwTTFRMU5TQTBObEV4TkRFZ05Ea2dNVGt3SURrNFVUSXdNQ0F4TURnZ016QTJJREl5TkZRME1URWdNelF5VVRNd01pQTJNakFnTWprM0lEWXlOVkV5T0RnZ05qTTJJREl6TkNBMk16ZElNakEyVVRJd01DQTJORE1nTWpBd0lEWTBOVlF5TURJZ05qWTBVVEl3TmlBMk56Y2dNakV5SURZNE0wZ3lNalpSTWpZd0lEWTRNU0F6TkRjZ05qZ3hVVE00TUNBMk9ERWdOREE0SURZNE1WUTBOVE1nTmpneVZEUTNNeUEyT0RKUk5Ea3dJRFk0TWlBME9UQWdOamN4VVRRNU1DQTJOekFnTkRnNElEWTFPRkUwT0RRZ05qUXpJRFE0TVNBMk5EQlVORFkxSURZek4xRTBNelFnTmpNMElEUXhNU0EyTWpCTU5EZzRJRFF5Tmt3MU5ERWdORGcxVVRZME5pQTFPVGdnTmpRMklEWXhNRkUyTkRZZ05qSTRJRFl5TWlBMk16VlJOakUzSURZek5TQTJNRGtnTmpNM1VUVTVOQ0EyTXpjZ05UazBJRFkwT0ZFMU9UUWdOalV3SURVNU5pQTJOalJSTmpBd0lEWTNOeUEyTURZZ05qZ3pTRFl4T0ZFMk1Ua2dOamd6SURZME15QTJPRE5VTmprM0lEWTRNVlEzTXpnZ05qZ3dVVGd5T0NBMk9EQWdPRE0zSURZNE0wZzRORFZST0RVeUlEWTNOaUE0TlRJZ05qY3lVVGcxTUNBMk5EY2dPRFF3SURZek4wZzRNalJSTnprd0lEWXpOaUEzTmpNZ05qSTRWRGN5TWlBMk1URlVOams0SURVNU0wdzJPRGNnTlRnMFVUWTROeUExT0RVZ05Ua3lJRFE0TUV3MU1EVWdNemcwVVRVd05TQXpPRE1nTlRNMklETXdORlEyTURFZ01UUXlWRFl6T0NBMU5sRTJORGdnTkRjZ05qazVJRFEyVVRjek5DQTBOaUEzTXpRZ016ZFJOek0wSURNMUlEY3pNaUF5TTFFM01qZ2dOeUEzTWpVZ05GUTNNVEVnTVZFM01EZ2dNU0EyTnpnZ01WUTFPRGtnTWxFMU1qZ2dNaUEwT1RZZ01sUTBOakVnTVZFME5EUWdNU0EwTkRRZ01UQlJORFEwSURFeElEUTBOaUF5TlZFME5EZ2dNelVnTkRVd0lETTVWRFExTlNBME5GUTBOalFnTkRaVU5EZ3dJRFEzVkRVd05pQTFORkUxTWpNZ05qSWdOVEl6SURZMFVUVXlNaUEyTkNBME56WWdNVGd4VERReU9TQXlPVGxSTWpReElEazFJREl6TmlBNE5GRXlNeklnTnpZZ01qTXlJRGN5VVRJek1pQTFNeUF5TmpFZ05EZFJNall5SURRM0lESTJOeUEwTjFReU56TWdORFpSTWpjMklEUTJJREkzTnlBME5sUXlPREFnTkRWVU1qZ3pJRFF5VkRJNE5DQXpOVkV5T0RRZ01qWWdNamd5SURFNVVUSTNPU0EySURJM05pQTBWREkyTVNBeFVUSTFPQ0F4SURJME15QXhWREl3TVNBeVZERTBNaUF5VVRZMElESWdORElnTUZvaUx6NDhjR0YwYUNCcFpEMGlUVXBZTFRFek9DMVVSVmd0U1MweFJEUTBSU0lnWkQwaVRUTXpJREUxTjFFek15QXlOVGdnTVRBNUlETTBPVlF5T0RBZ05EUXhVVE16TVNBME5ERWdNemN3SURNNU1sRXpPRFlnTkRJeUlEUXhOaUEwTWpKUk5ESTVJRFF5TWlBME16a2dOREUwVkRRME9TQXpPVFJSTkRRNUlETTRNU0EwTVRJZ01qTTBWRE0zTkNBMk9GRXpOelFnTkRNZ016Z3hJRE0xVkRRd01pQXlObEUwTVRFZ01qY2dOREl5SURNMVVUUTBNeUExTlNBME5qTWdNVE14VVRRMk9TQXhOVEVnTkRjeklERTFNbEUwTnpVZ01UVXpJRFE0TXlBeE5UTklORGczVVRVd05pQXhOVE1nTlRBMklERTBORkUxTURZZ01UTTRJRFV3TVNBeE1UZFVORGd4SURZelZEUTBPU0F4TTFFME16WWdNQ0EwTVRjZ0xUaFJOREE1SUMweE1DQXpPVE1nTFRFd1VUTTFPU0F0TVRBZ016TTJJRFZVTXpBMklETTJURE13TUNBMU1WRXlPVGtnTlRJZ01qazJJRFV3VVRJNU5DQTBPQ0F5T1RJZ05EWlJNak16SUMweE1DQXhOeklnTFRFd1VURXhOeUF0TVRBZ056VWdNekJVTXpNZ01UVTNXazB6TlRFZ016STRVVE0xTVNBek16UWdNelEySURNMU1GUXpNak1nTXpnMVZESTNOeUEwTURWUk1qUXlJRFF3TlNBeU1UQWdNemMwVkRFMk1DQXlPVE5STVRNeElESXhOQ0F4TVRrZ01USTVVVEV4T1NBeE1qWWdNVEU1SURFeE9GUXhNVGdnTVRBMlVURXhPQ0EyTVNBeE16WWdORFJVTVRjNUlESTJVVEl4TnlBeU5pQXlOVFFnTlRsVU1qazRJREV4TUZFek1EQWdNVEUwSURNeU5TQXlNVGRVTXpVeElETXlPRm9pTHo0OGNHRjBhQ0JwWkQwaVRVcFlMVEV6T0MxVVJWZ3RUaTB6UkNJZ1pEMGlUVFUySURNME4xRTFOaUF6TmpBZ056QWdNelkzU0Rjd04xRTNNaklnTXpVNUlEY3lNaUF6TkRkUk56SXlJRE16TmlBM01EZ2dNekk0VERNNU1DQXpNamRJTnpKUk5UWWdNek15SURVMklETTBOMXBOTlRZZ01UVXpVVFUySURFMk9DQTNNaUF4TnpOSU56QTRVVGN5TWlBeE5qTWdOekl5SURFMU0xRTNNaklnTVRRd0lEY3dOeUF4TXpOSU56QlJOVFlnTVRRd0lEVTJJREUxTTFvaUx6NDhjR0YwYUNCcFpEMGlUVXBZTFRFek9DMVVSVmd0U1MweFJEUXpSaUlnWkQwaVRUSXlPQ0EyTXpkUk1UazBJRFl6TnlBeE9USWdOalF4VVRFNU1TQTJORE1nTVRreElEWTBPVkV4T1RFZ05qY3pJREl3TWlBMk9ESlJNakEwSURZNE15QXlNVGNnTmpnelVUSTNNU0EyT0RBZ016UTBJRFk0TUZFME9EVWdOamd3SURVd05pQTJPRE5JTlRFNFVUVXlOQ0EyTnpjZ05USTBJRFkzTkZRMU1qSWdOalUyVVRVeE55QTJOREVnTlRFeklEWXpOMGcwTnpWUk5EQTJJRFl6TmlBek9UUWdOakk0VVRNNE55QTJNalFnTXpnd0lEWXdNRlF6TVRNZ016TTJVVEk1TnlBeU56RWdNamM1SURFNU9GUXlOVElnT0RoTU1qUXpJRFV5VVRJME15QTBPQ0F5TlRJZ05EaFVNekV4SURRMlNETXlPRkV6TmpBZ05EWWdNemM1SURRM1ZEUXlPQ0ExTkZRME56Z2dOekpVTlRJeUlERXdObFExTmpRZ01UWXhVVFU0TUNBeE9URWdOVGswSURJeU9GUTJNVEVnTWpjd1VUWXhOaUF5TnpNZ05qSTRJREkzTTBnMk5ERlJOalEzSURJMk5DQTJORGNnTWpZeVZEWXlOeUF5TUROVU5UZ3pJRGd6VkRVMU55QTVVVFUxTlNBMElEVTFNeUF6VkRVek55QXdWRFE1TkNBdE1WRTBPRE1nTFRFZ05ERTRJQzB4VkRJNU5DQXdTREV4TmxFek1pQXdJRE15SURFd1VUTXlJREUzSURNMElESTBVVE01SURReklEUTBJRFExVVRRNElEUTJJRFU1SURRMlNEWTFVVGt5SURRMklERXlOU0EwT1ZFeE16a2dOVElnTVRRMElEWXhVVEUwTnlBMk5TQXlNVFlnTXpNNVZESTROU0EyTWpoUk1qZzFJRFl6TlNBeU1qZ2dOak0zV2lJdlBqeHdZWFJvSUdsa1BTSk5TbGd0TVRNNExWUkZXQzFKTFRGRU5EWTFJaUJrUFNKTk5USWdNamc1VVRVNUlETXpNU0F4TURZZ016ZzJWREl5TWlBME5ESlJNalUzSURRME1pQXlPRFlnTkRJMFZETXlPU0F6TnpsUk16Y3hJRFEwTWlBME16QWdORFF5VVRRMk55QTBORElnTkRrMElEUXlNRlExTWpJZ016WXhVVFV5TWlBek16SWdOVEE0SURNeE5GUTBPREVnTWpreVZEUTFPQ0F5T0RoUk5ETTVJREk0T0NBME1qY2dNams1VkRReE5TQXpNamhSTkRFMUlETTNOQ0EwTmpVZ016a3hVVFExTkNBME1EUWdOREkxSURRd05GRTBNVElnTkRBMElEUXdOaUEwTURKUk16WTRJRE00TmlBek5UQWdNek0yVVRJNU1DQXhNVFVnTWprd0lEYzRVVEk1TUNBMU1DQXpNRFlnTXpoVU16UXhJREkyVVRNM09DQXlOaUEwTVRRZ05UbFVORFl6SURFME1GRTBOallnTVRVd0lEUTJPU0F4TlRGVU5EZzFJREUxTTBnME9EbFJOVEEwSURFMU15QTFNRFFnTVRRMVVUVXdOQ0F4TkRRZ05UQXlJREV6TkZFME9EWWdOemNnTkRRd0lETXpWRE16TXlBdE1URlJNall6SUMweE1TQXlNamNnTlRKUk1UZzJJQzB4TUNBeE16TWdMVEV3U0RFeU4xRTNPQ0F0TVRBZ05UY2dNVFpVTXpVZ056RlJNelVnTVRBeklEVTBJREV5TTFRNU9TQXhORE5STVRReUlERTBNeUF4TkRJZ01UQXhVVEUwTWlBNE1TQXhNekFnTmpaVU1UQTNJRFEyVkRrMElEUXhURGt4SURRd1VUa3hJRE01SURrM0lETTJWREV4TXlBeU9WUXhNeklnTWpaUk1UWTRJREkySURFNU5DQTNNVkV5TURNZ09EY2dNakUzSURFek9WUXlORFVnTWpRM1ZESTJNU0F6TVROUk1qWTJJRE0wTUNBeU5qWWdNelV5VVRJMk5pQXpPREFnTWpVeElETTVNbFF5TVRjZ05EQTBVVEUzTnlBME1EUWdNVFF5SURNM01sUTVNeUF5T1RCUk9URWdNamd4SURnNElESTRNRlEzTWlBeU56aElOVGhSTlRJZ01qZzBJRFV5SURJNE9Wb2lMejQ4Y0dGMGFDQnBaRDBpVFVwWUxURXpPQzFVUlZndFRpMHpNaUlnWkQwaVRURXdPU0EwTWpsUk9ESWdOREk1SURZMklEUTBOMVExTUNBME9URlJOVEFnTlRZeUlERXdNeUEyTVRSVU1qTTFJRFkyTmxFek1qWWdOalkySURNNE55QTJNVEJVTkRRNUlEUTJOVkUwTkRrZ05ESXlJRFF5T1NBek9ETlVNemd4SURNeE5WUXpNREVnTWpReFVUSTJOU0F5TVRBZ01qQXhJREUwT1V3eE5ESWdPVE5NTWpFNElEa3lVVE0zTlNBNU1pQXpPRFVnT1RkUk16a3lJRGs1SURRd09TQXhPRFpXTVRnNVNEUTBPVll4T0RaUk5EUTRJREU0TXlBME16WWdPVFZVTkRJeElETldNRWcxTUZZeE9WWXpNVkUxTUNBek9DQTFOaUEwTmxRNE5pQTRNVkV4TVRVZ01URXpJREV6TmlBeE16ZFJNVFExSURFME55QXhOekFnTVRjMFZESXdOQ0F5TVRGVU1qTXpJREkwTkZReU5qRWdNamM0VkRJNE5DQXpNRGhVTXpBMUlETTBNRlF6TWpBZ016WTVWRE16TXlBME1ERlVNelF3SURRek1WUXpORE1nTkRZMFVUTTBNeUExTWpjZ016QTVJRFUzTTFReU1USWdOakU1VVRFM09TQTJNVGtnTVRVMElEWXdNbFF4TVRrZ05UWTVWREV3T1NBMU5UQlJNVEE1SURVME9TQXhNVFFnTlRRNVVURXpNaUExTkRrZ01UVXhJRFV6TlZReE56QWdORGc1VVRFM01DQTBOalFnTVRVMElEUTBOMVF4TURrZ05ESTVXaUl2UGp4d1lYUm9JR2xrUFNKTlNsZ3RNVE00TFZSRldDMU9MVEl5UXpVaUlHUTlJazAzT0NBeU5UQlJOemdnTWpjMElEazFJREk1TWxReE16Z2dNekV3VVRFMk1pQXpNVEFnTVRnd0lESTVORlF4T1RrZ01qVXhVVEU1T1NBeU1qWWdNVGd5SURJd09GUXhNemtnTVRrd1ZEazJJREl3TjFRM09DQXlOVEJhSWk4K1BIQmhkR2dnYVdROUlrMUtXQzB4TXpndFZFVllMVWt0TVVRME0wTWlJR1E5SWswME15QXhVVEkySURFZ01qWWdNVEJSTWpZZ01USWdNamtnTWpSUk16UWdORE1nTXprZ05EVlJORElnTkRZZ05UUWdORFpJTmpCUk1USXdJRFEySURFek5pQTFNMUV4TXpjZ05UTWdNVE00SURVMFVURTBNeUExTmlBeE5Ea2dOemRVTVRrNElESTNNMUV5TVRBZ016RTRJREl4TmlBek5EUlJNamcySURZeU5DQXlPRFlnTmpJMlVUSTROQ0EyTXpBZ01qZzBJRFl6TVZFeU56UWdOak0zSURJeE15QTJNemRJTVRrelVURTROQ0EyTkRNZ01UZzVJRFkyTWxFeE9UTWdOamMzSURFNU5TQTJPREJVTWpBNUlEWTRNMGd5TVROUk1qZzFJRFk0TVNBek5Ua2dOamd4VVRRNE1TQTJPREVnTkRnM0lEWTRNMGcwT1RkUk5UQTBJRFkzTmlBMU1EUWdOamN5VkRVd01TQTJOVFZVTkRrMElEWXpPVkUwT1RFZ05qTTNJRFEzTVNBMk16ZFJORFF3SURZek55QTBNRGNnTmpNMFVUTTVNeUEyTXpFZ016ZzRJRFl5TTFFek9ERWdOakE1SURNek55QTBNekpSTXpJMklETTROU0F6TVRVZ016UXhVVEkwTlNBMk5TQXlORFVnTlRsUk1qUTFJRFV5SURJMU5TQTFNRlF6TURjZ05EWklNek01VVRNME5TQXpPQ0F6TkRVZ016ZFVNelF5SURFNVVUTXpPQ0EySURNek1pQXdTRE14TmxFeU56a2dNaUF4TnprZ01sRXhORE1nTWlBeE1UTWdNbFEyTlNBeVZEUXpJREZhSWk4K1BIQmhkR2dnYVdROUlrMUtXQzB4TXpndFZFVllMVTR0TXpFaUlHUTlJazB5TVRNZ05UYzRUREl3TUNBMU56TlJNVGcySURVMk9DQXhOakFnTlRZelZERXdNaUExTlRaSU9ETldOakF5U0RFd01sRXhORGtnTmpBMElERTRPU0EyTVRkVU1qUTFJRFkwTVZReU56TWdOall6VVRJM05TQTJOallnTWpnMUlEWTJObEV5T1RRZ05qWTJJRE13TWlBMk5qQldNell4VERNd015QTJNVkV6TVRBZ05UUWdNekUxSURVeVZETXpPU0EwT0ZRME1ERWdORFpJTkRJM1ZqQklOREUyVVRNNU5TQXpJREkxTnlBelVURXlNU0F6SURFd01DQXdTRGc0VmpRMlNERXhORkV4TXpZZ05EWWdNVFV5SURRMlZERTNOeUEwTjFReE9UTWdOVEJVTWpBeElEVXlWREl3TnlBMU4xUXlNVE1nTmpGV05UYzRXaUl2UGp4d1lYUm9JR2xrUFNKTlNsZ3RNVE00TFZSRldDMU9MVEl5TVRJaUlHUTlJazA0TkNBeU16ZFVPRFFnTWpVd1ZEazRJREkzTUVnMk56bFJOamswSURJMk1pQTJPVFFnTWpVd1ZEWTNPU0F5TXpCSU9UaFJPRFFnTWpNM0lEZzBJREkxTUZvaUx6NDhjR0YwYUNCcFpEMGlUVXBZTFRFek9DMVVSVmd0VGkweVFpSWdaRDBpVFRVMklESXpOMVExTmlBeU5UQlVOekFnTWpjd1NETTJPVlkwTWpCTU16Y3dJRFUzTUZFek9EQWdOVGd6SURNNE9TQTFPRE5STkRBeUlEVTRNeUEwTURrZ05UWTRWakkzTUVnM01EZFJOekl5SURJMk1pQTNNaklnTWpVd1ZEY3dOeUF5TXpCSU5EQTVWaTAyT0ZFME1ERWdMVGd5SURNNU1TQXRPREpJTXpnNVNETTROMUV6TnpVZ0xUZ3lJRE0yT1NBdE5qaFdNak13U0Rjd1VUVTJJREl6TnlBMU5pQXlOVEJhSWk4K1BDOWtaV1p6UGp4bklITjBjbTlyWlQwaVkzVnljbVZ1ZEVOdmJHOXlJaUJtYVd4c1BTSmpkWEp5Wlc1MFEyOXNiM0lpSUhOMGNtOXJaUzEzYVdSMGFEMGlNQ0lnZEhKaGJuTm1iM0p0UFNKelkyRnNaU2d4TEMweEtTSStQR2NnWkdGMFlTMXRiV3d0Ym05a1pUMGliV0YwYUNJK1BHY2daR0YwWVMxdGJXd3RibTlrWlQwaWJYTjFZaUkrUEdjZ1pHRjBZUzF0Yld3dGJtOWtaVDBpYldraVBqeDFjMlVnWkdGMFlTMWpQU0l4UkRRMFFpSWdlR3hwYm1zNmFISmxaajBpSTAxS1dDMHhNemd0VkVWWUxVa3RNVVEwTkVJaUx6NDhMMmMrUEdjZ1pHRjBZUzF0Yld3dGJtOWtaVDBpYldraUlIUnlZVzV6Wm05eWJUMGlkSEpoYm5Oc1lYUmxLRGcyTVN3dE1UVXdLU0J6WTJGc1pTZ3dMamN3TnlraVBqeDFjMlVnWkdGMFlTMWpQU0l4UkRRMFJTSWdlR3hwYm1zNmFISmxaajBpSTAxS1dDMHhNemd0VkVWWUxVa3RNVVEwTkVVaUx6NDhMMmMrUEM5blBqeG5JR1JoZEdFdGJXMXNMVzV2WkdVOUltMXZJaUIwY21GdWMyWnZjbTA5SW5SeVlXNXpiR0YwWlNneE5UWXlMamdzTUNraVBqeDFjMlVnWkdGMFlTMWpQU0l6UkNJZ2VHeHBibXM2YUhKbFpqMGlJMDFLV0MweE16Z3RWRVZZTFU0dE0wUWlMejQ4TDJjK1BHY2daR0YwWVMxdGJXd3RibTlrWlQwaWJXWnlZV01pSUhSeVlXNXpabTl5YlQwaWRISmhibk5zWVhSbEtESTJNVGd1Tml3d0tTSStQR2NnWkdGMFlTMXRiV3d0Ym05a1pUMGliWE4xWWlJZ2RISmhibk5tYjNKdFBTSjBjbUZ1YzJ4aGRHVW9Nakl3TERZM05pa2lQanhuSUdSaGRHRXRiVzFzTFc1dlpHVTlJbTFwSWo0OGRYTmxJR1JoZEdFdFl6MGlNVVEwTTBZaUlIaHNhVzVyT21oeVpXWTlJaU5OU2xndE1UTTRMVlJGV0MxSkxURkVORE5HSWk4K1BDOW5QanhuSUdSaGRHRXRiVzFzTFc1dlpHVTlJbTFwSWlCMGNtRnVjMlp2Y20wOUluUnlZVzV6YkdGMFpTZzNNVFFzTFRFMU1Da2djMk5oYkdVb01DNDNNRGNwSWo0OGRYTmxJR1JoZEdFdFl6MGlNVVEwTmpVaUlIaHNhVzVyT21oeVpXWTlJaU5OU2xndE1UTTRMVlJGV0MxSkxURkVORFkxSWk4K1BDOW5Qand2Wno0OFp5QmtZWFJoTFcxdGJDMXViMlJsUFNKdGJpSWdkSEpoYm5ObWIzSnRQU0owY21GdWMyeGhkR1VvTlRVMExqSXNMVFk0TmlraVBqeDFjMlVnWkdGMFlTMWpQU0l6TWlJZ2VHeHBibXM2YUhKbFpqMGlJMDFLV0MweE16Z3RWRVZZTFU0dE16SWlMejQ4TDJjK1BISmxZM1FnZDJsa2RHZzlJakV6TmpndU5TSWdhR1ZwWjJoMFBTSTJNQ0lnZUQwaU1USXdJaUI1UFNJeU1qQWlMejQ4TDJjK1BHY2daR0YwWVMxdGJXd3RibTlrWlQwaWJXOGlJSFJ5WVc1elptOXliVDBpZEhKaGJuTnNZWFJsS0RRME5Ea3VNeXd3S1NJK1BIVnpaU0JrWVhSaExXTTlJakl5UXpVaUlIaHNhVzVyT21oeVpXWTlJaU5OU2xndE1UTTRMVlJGV0MxT0xUSXlRelVpTHo0OEwyYytQR2NnWkdGMFlTMXRiV3d0Ym05a1pUMGliV1p5WVdNaUlIUnlZVzV6Wm05eWJUMGlkSEpoYm5Oc1lYUmxLRFE1TkRrdU5Td3dLU0krUEdjZ1pHRjBZUzF0Yld3dGJtOWtaVDBpYlhKdmR5SWdkSEpoYm5ObWIzSnRQU0owY21GdWMyeGhkR1VvTWpJd0xEWTNOaWtpUGp4bklHUmhkR0V0Ylcxc0xXNXZaR1U5SW0xemRXSWlQanhuSUdSaGRHRXRiVzFzTFc1dlpHVTlJbTFwSWo0OGRYTmxJR1JoZEdFdFl6MGlNVVEwTTBNaUlIaHNhVzVyT21oeVpXWTlJaU5OU2xndE1UTTRMVlJGV0MxSkxURkVORE5ESWk4K1BDOW5QanhuSUdSaGRHRXRiVzFzTFc1dlpHVTlJbFJsV0VGMGIyMGlJSFJ5WVc1elptOXliVDBpZEhKaGJuTnNZWFJsS0RRM015d3RNVFV3S1NCelkyRnNaU2d3TGpjd055a2lJR1JoZEdFdGJXcDRMWFJsZUdOc1lYTnpQU0pQVWtRaVBqeG5JR1JoZEdFdGJXMXNMVzV2WkdVOUltMXBJajQ4ZFhObElHUmhkR0V0WXowaU1VUTBOalVpSUhoc2FXNXJPbWh5WldZOUlpTk5TbGd0TVRNNExWUkZXQzFKTFRGRU5EWTFJaTgrUEM5blBqeG5JR1JoZEdFdGJXMXNMVzV2WkdVOUltMXVJaUIwY21GdWMyWnZjbTA5SW5SeVlXNXpiR0YwWlNnMU56SXNNQ2tpUGp4MWMyVWdaR0YwWVMxalBTSXpNU0lnZUd4cGJtczZhSEpsWmowaUkwMUtXQzB4TXpndFZFVllMVTR0TXpFaUx6NDhMMmMrUEM5blBqd3ZaejQ4WnlCa1lYUmhMVzF0YkMxdWIyUmxQU0p0YnlJZ2RISmhibk5tYjNKdFBTSjBjbUZ1YzJ4aGRHVW9NVFV3TXk0eUxEQXBJajQ4ZFhObElHUmhkR0V0WXowaU1qSXhNaUlnZUd4cGJtczZhSEpsWmowaUkwMUtXQzB4TXpndFZFVllMVTR0TWpJeE1pSXZQand2Wno0OFp5QmtZWFJoTFcxdGJDMXViMlJsUFNKdGMzVmlJaUIwY21GdWMyWnZjbTA5SW5SeVlXNXpiR0YwWlNneU5UQXpMalVzTUNraVBqeG5JR1JoZEdFdGJXMXNMVzV2WkdVOUltMXBJajQ4ZFhObElHUmhkR0V0WXowaU1VUTBNME1pSUhoc2FXNXJPbWh5WldZOUlpTk5TbGd0TVRNNExWUkZXQzFKTFRGRU5ETkRJaTgrUEM5blBqeG5JR1JoZEdFdGJXMXNMVzV2WkdVOUlsUmxXRUYwYjIwaUlIUnlZVzV6Wm05eWJUMGlkSEpoYm5Oc1lYUmxLRFEzTXl3dE1UVXdLU0J6WTJGc1pTZ3dMamN3TnlraUlHUmhkR0V0YldwNExYUmxlR05zWVhOelBTSlBVa1FpUGp4bklHUmhkR0V0Ylcxc0xXNXZaR1U5SW0xcElqNDhkWE5sSUdSaGRHRXRZejBpTVVRME5qVWlJSGhzYVc1ck9taHlaV1k5SWlOTlNsZ3RNVE00TFZSRldDMUpMVEZFTkRZMUlpOCtQQzluUGp4bklHUmhkR0V0Ylcxc0xXNXZaR1U5SW0xdUlpQjBjbUZ1YzJadmNtMDlJblJ5WVc1emJHRjBaU2cxTnpJc01Da2lQangxYzJVZ1pHRjBZUzFqUFNJek1pSWdlR3hwYm1zNmFISmxaajBpSTAxS1dDMHhNemd0VkVWWUxVNHRNeklpTHo0OEwyYytQQzluUGp3dlp6NDhMMmMrUEdjZ1pHRjBZUzF0Yld3dGJtOWtaVDBpYlhKdmR5SWdkSEpoYm5ObWIzSnRQU0owY21GdWMyeGhkR1VvTWpJd0xDMDJPRFlwSWo0OFp5QmtZWFJoTFcxdGJDMXViMlJsUFNKdGMzVmlJajQ4WnlCa1lYUmhMVzF0YkMxdWIyUmxQU0p0YVNJK1BIVnpaU0JrWVhSaExXTTlJakZFTkRORElpQjRiR2x1YXpwb2NtVm1QU0lqVFVwWUxURXpPQzFVUlZndFNTMHhSRFF6UXlJdlBqd3ZaejQ4WnlCa1lYUmhMVzF0YkMxdWIyUmxQU0pVWlZoQmRHOXRJaUIwY21GdWMyWnZjbTA5SW5SeVlXNXpiR0YwWlNnME56TXNMVEUxTUNrZ2MyTmhiR1VvTUM0M01EY3BJaUJrWVhSaExXMXFlQzEwWlhoamJHRnpjejBpVDFKRUlqNDhaeUJrWVhSaExXMXRiQzF1YjJSbFBTSnRhU0krUEhWelpTQmtZWFJoTFdNOUlqRkVORFkxSWlCNGJHbHVhenBvY21WbVBTSWpUVXBZTFRFek9DMVVSVmd0U1MweFJEUTJOU0l2UGp3dlp6NDhaeUJrWVhSaExXMXRiQzF1YjJSbFBTSnRiaUlnZEhKaGJuTm1iM0p0UFNKMGNtRnVjMnhoZEdVb05UY3lMREFwSWo0OGRYTmxJR1JoZEdFdFl6MGlNekVpSUhoc2FXNXJPbWh5WldZOUlpTk5TbGd0TVRNNExWUkZXQzFPTFRNeElpOCtQQzluUGp3dlp6NDhMMmMrUEdjZ1pHRjBZUzF0Yld3dGJtOWtaVDBpYlc4aUlIUnlZVzV6Wm05eWJUMGlkSEpoYm5Oc1lYUmxLREUxTURNdU1pd3dLU0krUEhWelpTQmtZWFJoTFdNOUlqSkNJaUI0YkdsdWF6cG9jbVZtUFNJalRVcFlMVEV6T0MxVVJWZ3RUaTB5UWlJdlBqd3ZaejQ4WnlCa1lYUmhMVzF0YkMxdWIyUmxQU0p0YzNWaUlpQjBjbUZ1YzJadmNtMDlJblJ5WVc1emJHRjBaU2d5TlRBekxqVXNNQ2tpUGp4bklHUmhkR0V0Ylcxc0xXNXZaR1U5SW0xcElqNDhkWE5sSUdSaGRHRXRZejBpTVVRME0wTWlJSGhzYVc1ck9taHlaV1k5SWlOTlNsZ3RNVE00TFZSRldDMUpMVEZFTkRORElpOCtQQzluUGp4bklHUmhkR0V0Ylcxc0xXNXZaR1U5SWxSbFdFRjBiMjBpSUhSeVlXNXpabTl5YlQwaWRISmhibk5zWVhSbEtEUTNNeXd0TVRVd0tTQnpZMkZzWlNnd0xqY3dOeWtpSUdSaGRHRXRiV3A0TFhSbGVHTnNZWE56UFNKUFVrUWlQanhuSUdSaGRHRXRiVzFzTFc1dlpHVTlJbTFwSWo0OGRYTmxJR1JoZEdFdFl6MGlNVVEwTmpVaUlIaHNhVzVyT21oeVpXWTlJaU5OU2xndE1UTTRMVlJGV0MxSkxURkVORFkxSWk4K1BDOW5QanhuSUdSaGRHRXRiVzFzTFc1dlpHVTlJbTF1SWlCMGNtRnVjMlp2Y20wOUluUnlZVzV6YkdGMFpTZzFOeklzTUNraVBqeDFjMlVnWkdGMFlTMWpQU0l6TWlJZ2VHeHBibXM2YUhKbFpqMGlJMDFLV0MweE16Z3RWRVZZTFU0dE16SWlMejQ4TDJjK1BDOW5Qand2Wno0OEwyYytQSEpsWTNRZ2QybGtkR2c5SWpNNU9EUXVOU0lnYUdWcFoyaDBQU0kyTUNJZ2VEMGlNVEl3SWlCNVBTSXlNakFpTHo0OEwyYytQQzluUGp3dlp6NDhMM04yWno0PSIsCgkiUmVhbFZpZXdTaXplSnNvbiIgOiAie1wiaGVpZ2h0XCI6Nzc2LFwid2lkdGhcIjozMjMyfSIKfQo="/>
    </extobj>
    <extobj name="2384804F-3998-4D57-9195-F3826E402611-2">
      <extobjdata type="2384804F-3998-4D57-9195-F3826E402611" data="ewoJIkltZ1NldHRpbmdKc29uIiA6ICJ7XCJoZWlnaHRcIjoxNS4xNzg1NzE0Mjg1NzE0MjcsXCJ3aWR0aFwiOjEwNi4yNDk5OTk5OTk5OTk5OX0iLAoJIkxhdGV4IiA6ICJFID0gWF9pIC0gWF9tIiwKCSJMYXRleEltZ0Jhc2U2NCIgOiAiUEhOMlp5QjRiV3h1Y3owaWFIUjBjRG92TDNkM2R5NTNNeTV2Y21jdk1qQXdNQzl6ZG1jaUlIZHBaSFJvUFNJeE15NDFPV1Y0SWlCb1pXbG5hSFE5SWpFdU9UQXlaWGdpSUhKdmJHVTlJbWx0WnlJZ1ptOWpkWE5oWW14bFBTSm1ZV3h6WlNJZ2RtbGxkMEp2ZUQwaU1DQXROamd6SURZd01EWXVPQ0E0TkRBdU9DSWdlRzFzYm5NNmVHeHBibXM5SW1oMGRIQTZMeTkzZDNjdWR6TXViM0puTHpFNU9Ua3ZlR3hwYm1zaUlHRnlhV0V0YUdsa1pHVnVQU0owY25WbElpQnpkSGxzWlQwaWRtVnlkR2xqWVd3dFlXeHBaMjQ2SUMwd0xqTTFOMlY0T3lCdFlYZ3RkMmxrZEdnNklEazRKVHNpUGp4a1pXWnpQanh3WVhSb0lHbGtQU0pOU2xndE1UZ3RWRVZZTFVrdE1VUTBNemdpSUdROUlrMDBPVElnTWpFelVUUTNNaUF5TVRNZ05EY3lJREl5TmxFME56SWdNak13SURRM055QXlOVEJVTkRneUlESTROVkUwT0RJZ016RTJJRFEyTVNBek1qTlVNelkwSURNek1FZ3pNVEpSTXpFeElETXlPQ0F5TnpjZ01Ua3lWREkwTXlBMU1sRXlORE1nTkRnZ01qVTBJRFE0VkRNek5DQTBObEUwTWpnZ05EWWdORFU0SURRNFZEVXhPQ0EyTVZFMU5qY2dOemNnTlRrNUlERXhOMVEyTnpBZ01qUTRVVFk0TUNBeU56QWdOamd6SURJM01sRTJPVEFnTWpjMElEWTVPQ0F5TnpSUk56RTRJREkzTkNBM01UZ2dNall4VVRZeE15QTNJRFl3T0NBeVVUWXdOU0F3SURNeU1pQXdTREV6TTFFek1TQXdJRE14SURFeFVUTXhJREV6SURNMElESTFVVE00SURReElEUXlJRFF6VkRZMUlEUTJVVGt5SURRMklERXlOU0EwT1ZFeE16a2dOVElnTVRRMElEWXhVVEUwTmlBMk5pQXlNVFVnTXpReVZESTROU0EyTWpKUk1qZzFJRFl5T1NBeU9ERWdOakk1VVRJM015QTJNeklnTWpJNElEWXpORWd4T1RkUk1Ua3hJRFkwTUNBeE9URWdOalF5VkRFNU15QTJOVGxSTVRrM0lEWTNOaUF5TURNZ05qZ3dTRGMxTjFFM05qUWdOamMySURjMk5DQTJOamxSTnpZMElEWTJOQ0EzTlRFZ05UVTNWRGN6TnlBME5EZFJOek0xSURRME1DQTNNVGNnTkRRd1NEY3dOVkUyT1RnZ05EUTFJRFk1T0NBME5UTk1OekF4SURRM05sRTNNRFFnTlRBd0lEY3dOQ0ExTWpoUk56QTBJRFUxT0NBMk9UY2dOVGM0VkRZM09DQTJNRGxVTmpReklEWXlOVlExT1RZZ05qTXlWRFV6TWlBMk16UklORGcxVVRNNU55QTJNek1nTXpreUlEWXpNVkV6T0RnZ05qSTVJRE00TmlBMk1qSlJNemcxSURZeE9TQXpOVFVnTkRrNVZETXlOQ0F6TnpkUk16UTNJRE0zTmlBek56SWdNemMyU0RNNU9GRTBOalFnTXpjMklEUTRPU0F6T1RGVU5UTTBJRFEzTWxFMU16Z2dORGc0SURVME1DQTBPVEJVTlRVM0lEUTVNMUUxTmpJZ05Ea3pJRFUyTlNBME9UTlVOVGN3SURRNU1sUTFOeklnTkRreFZEVTNOQ0EwT0RkVU5UYzNJRFE0TTB3MU5EUWdNelV4VVRVeE1TQXlNVGdnTlRBNElESXhObEUxTURVZ01qRXpJRFE1TWlBeU1UTmFJaTgrUEhCaGRHZ2dhV1E5SWsxS1dDMHhPQzFVUlZndFRpMHpSQ0lnWkQwaVRUVTJJRE0wTjFFMU5pQXpOakFnTnpBZ016WTNTRGN3TjFFM01qSWdNelU1SURjeU1pQXpORGRSTnpJeUlETXpOaUEzTURnZ016STRURE01TUNBek1qZElOekpSTlRZZ016TXlJRFUySURNME4xcE5OVFlnTVRVelVUVTJJREUyT0NBM01pQXhOek5JTnpBNFVUY3lNaUF4TmpNZ056SXlJREUxTTFFM01qSWdNVFF3SURjd055QXhNek5JTnpCUk5UWWdNVFF3SURVMklERTFNMW9pTHo0OGNHRjBhQ0JwWkQwaVRVcFlMVEU0TFZSRldDMUpMVEZFTkRSQ0lpQmtQU0pOTkRJZ01FZzBNRkV5TmlBd0lESTJJREV4VVRJMklERTFJREk1SURJM1VUTXpJRFF4SURNMklEUXpWRFUxSURRMlVURTBNU0EwT1NBeE9UQWdPVGhSTWpBd0lERXdPQ0F6TURZZ01qSTBWRFF4TVNBek5ESlJNekF5SURZeU1DQXlPVGNnTmpJMVVUSTRPQ0EyTXpZZ01qTTBJRFl6TjBneU1EWlJNakF3SURZME15QXlNREFnTmpRMVZESXdNaUEyTmpSUk1qQTJJRFkzTnlBeU1USWdOamd6U0RJeU5sRXlOakFnTmpneElETTBOeUEyT0RGUk16Z3dJRFk0TVNBME1EZ2dOamd4VkRRMU15QTJPREpVTkRjeklEWTRNbEUwT1RBZ05qZ3lJRFE1TUNBMk56RlJORGt3SURZM01DQTBPRGdnTmpVNFVUUTROQ0EyTkRNZ05EZ3hJRFkwTUZRME5qVWdOak0zVVRRek5DQTJNelFnTkRFeElEWXlNRXcwT0RnZ05ESTJURFUwTVNBME9EVlJOalEySURVNU9DQTJORFlnTmpFd1VUWTBOaUEyTWpnZ05qSXlJRFl6TlZFMk1UY2dOak0xSURZd09TQTJNemRSTlRrMElEWXpOeUExT1RRZ05qUTRVVFU1TkNBMk5UQWdOVGsySURZMk5GRTJNREFnTmpjM0lEWXdOaUEyT0ROSU5qRTRVVFl4T1NBMk9ETWdOalF6SURZNE0xUTJPVGNnTmpneFZEY3pPQ0EyT0RCUk9ESTRJRFk0TUNBNE16Y2dOamd6U0RnME5WRTROVElnTmpjMklEZzFNaUEyTnpKUk9EVXdJRFkwTnlBNE5EQWdOak0zU0RneU5GRTNPVEFnTmpNMklEYzJNeUEyTWpoVU56SXlJRFl4TVZRMk9UZ2dOVGt6VERZNE55QTFPRFJSTmpnM0lEVTROU0ExT1RJZ05EZ3dURFV3TlNBek9EUlJOVEExSURNNE15QTFNellnTXpBMFZEWXdNU0F4TkRKVU5qTTRJRFUyVVRZME9DQTBOeUEyT1RrZ05EWlJOek0wSURRMklEY3pOQ0F6TjFFM016UWdNelVnTnpNeUlESXpVVGN5T0NBM0lEY3lOU0EwVkRjeE1TQXhVVGN3T0NBeElEWTNPQ0F4VkRVNE9TQXlVVFV5T0NBeUlEUTVOaUF5VkRRMk1TQXhVVFEwTkNBeElEUTBOQ0F4TUZFME5EUWdNVEVnTkRRMklESTFVVFEwT0NBek5TQTBOVEFnTXpsVU5EVTFJRFEwVkRRMk5DQTBObFEwT0RBZ05EZFVOVEEySURVMFVUVXlNeUEyTWlBMU1qTWdOalJSTlRJeUlEWTBJRFEzTmlBeE9ERk1OREk1SURJNU9WRXlOREVnT1RVZ01qTTJJRGcwVVRJek1pQTNOaUF5TXpJZ056SlJNak15SURVeklESTJNU0EwTjFFeU5qSWdORGNnTWpZM0lEUTNWREkzTXlBME5sRXlOellnTkRZZ01qYzNJRFEyVkRJNE1DQTBOVlF5T0RNZ05ESlVNamcwSURNMVVUSTROQ0F5TmlBeU9ESWdNVGxSTWpjNUlEWWdNamMySURSVU1qWXhJREZSTWpVNElERWdNalF6SURGVU1qQXhJREpVTVRReUlESlJOalFnTWlBME1pQXdXaUl2UGp4d1lYUm9JR2xrUFNKTlNsZ3RNVGd0VkVWWUxVa3RNVVEwTlRZaUlHUTlJazB4T0RRZ05qQXdVVEU0TkNBMk1qUWdNakF6SURZME1sUXlORGNnTmpZeFVUSTJOU0EyTmpFZ01qYzNJRFkwT1ZReU9UQWdOakU1VVRJNU1DQTFPVFlnTWpjd0lEVTNOMVF5TWpZZ05UVTNVVEl4TVNBMU5UY2dNVGs0SURVMk4xUXhPRFFnTmpBd1drMHlNU0F5T0RkUk1qRWdNamsxSURNd0lETXhPRlExTkNBek5qbFVPVGdnTkRJd1ZERTFPQ0EwTkRKUk1UazNJRFEwTWlBeU1qTWdOREU1VkRJMU1DQXpOVGRSTWpVd0lETTBNQ0F5TXpZZ016QXhWREU1TmlBeE9UWlVNVFUwSURnelVURTBPU0EyTVNBeE5Ea2dOVEZSTVRRNUlESTJJREUyTmlBeU5sRXhOelVnTWpZZ01UZzFJREk1VkRJd09DQTBNMVF5TXpVZ056aFVNall3SURFek4xRXlOak1nTVRRNUlESTJOU0F4TlRGVU1qZ3lJREUxTTFFek1ESWdNVFV6SURNd01pQXhORE5STXpBeUlERXpOU0F5T1RNZ01URXlWREkyT0NBMk1WUXlNak1nTVRGVU1UWXhJQzB4TVZFeE1qa2dMVEV4SURFd01pQXhNRlEzTkNBM05GRTNOQ0E1TVNBM09TQXhNRFpVTVRJeUlESXlNRkV4TmpBZ016SXhJREUyTmlBek5ERlVNVGN6SURNNE1GRXhOek1nTkRBMElERTFOaUEwTURSSU1UVTBVVEV5TkNBME1EUWdPVGtnTXpjeFZEWXhJREk0TjFFMk1DQXlPRFlnTlRrZ01qZzBWRFU0SURJNE1WUTFOaUF5TnpsVU5UTWdNamM0VkRRNUlESTNPRlEwTVNBeU56aElNamRSTWpFZ01qZzBJREl4SURJNE4xb2lMejQ4Y0dGMGFDQnBaRDBpVFVwWUxURTRMVlJGV0MxT0xUSXlNVElpSUdROUlrMDROQ0F5TXpkVU9EUWdNalV3VkRrNElESTNNRWcyTnpsUk5qazBJREkyTWlBMk9UUWdNalV3VkRZM09TQXlNekJJT1RoUk9EUWdNak0zSURnMElESTFNRm9pTHo0OGNHRjBhQ0JwWkQwaVRVcFlMVEU0TFZSRldDMUpMVEZFTkRWQklpQmtQU0pOTWpFZ01qZzNVVEl5SURJNU15QXlOQ0F6TUROVU16WWdNelF4VkRVMklETTRPRlE0T0NBME1qVlVNVE15SURRME1sUXhOelVnTkRNMVZESXdOU0EwTVRkVU1qSXhJRE01TlZReU1qa2dNemMyVERJek1TQXpOamxSTWpNeElETTJOeUF5TXpJZ016WTNUREkwTXlBek56aFJNekF6SURRME1pQXpPRFFnTkRReVVUUXdNU0EwTkRJZ05ERTFJRFEwTUZRME5ERWdORE16VkRRMk1DQTBNak5VTkRjMUlEUXhNVlEwT0RVZ016azRWRFE1TXlBek9EVlVORGszSURNM00xUTFNREFnTXpZMFZEVXdNaUF6TlRkTU5URXdJRE0yTjFFMU56TWdORFF5SURZMU9TQTBOREpSTnpFeklEUTBNaUEzTkRZZ05ERTFWRGM0TUNBek16WlJOemd3SURJNE5TQTNORElnTVRjNFZEY3dOQ0ExTUZFM01EVWdNellnTnpBNUlETXhWRGN5TkNBeU5sRTNOVElnTWpZZ056YzJJRFUyVkRneE5TQXhNemhST0RFNElERTBPU0E0TWpFZ01UVXhWRGd6TnlBeE5UTlJPRFUzSURFMU15QTROVGNnTVRRMVVUZzFOeUF4TkRRZ09EVXpJREV6TUZFNE5EVWdNVEF4SURnek1TQTNNMVEzT0RVZ01UZFVOekUySUMweE1GRTJOamtnTFRFd0lEWTBPQ0F4TjFRMk1qY2dOek5STmpJM0lEa3lJRFkyTXlBeE9UTlVOekF3SURNME5WRTNNREFnTkRBMElEWTFOaUEwTURSSU5qVXhVVFUyTlNBME1EUWdOVEEySURNd00wdzBPVGtnTWpreFREUTJOaUF4TlRkUk5ETXpJREkySURReU9DQXhObEUwTVRVZ0xURXhJRE00TlNBdE1URlJNemN5SUMweE1TQXpOalFnTFRSVU16VXpJRGhVTXpVd0lERTRVVE0xTUNBeU9TQXpPRFFnTVRZeFREUXlNQ0F6TURkUk5ESXpJRE15TWlBME1qTWdNelExVVRReU15QTBNRFFnTXpjNUlEUXdORWd6TnpSUk1qZzRJRFF3TkNBeU1qa2dNekF6VERJeU1pQXlPVEZNTVRnNUlERTFOMUV4TlRZZ01qWWdNVFV4SURFMlVURXpPQ0F0TVRFZ01UQTRJQzB4TVZFNU5TQXRNVEVnT0RjZ0xUVlVOellnTjFRM05DQXhOMUUzTkNBek1DQXhNVElnTVRneFVURTFNU0F6TXpVZ01UVXhJRE0wTWxFeE5UUWdNelUzSURFMU5DQXpOamxSTVRVMElEUXdOU0F4TWprZ05EQTFVVEV3TnlBME1EVWdPVElnTXpjM1ZEWTVJRE14TmxRMU55QXlPREJSTlRVZ01qYzRJRFF4SURJM09FZ3lOMUV5TVNBeU9EUWdNakVnTWpnM1dpSXZQand2WkdWbWN6NDhaeUJ6ZEhKdmEyVTlJbU4xY25KbGJuUkRiMnh2Y2lJZ1ptbHNiRDBpWTNWeWNtVnVkRU52Ykc5eUlpQnpkSEp2YTJVdGQybGtkR2c5SWpBaUlIUnlZVzV6Wm05eWJUMGljMk5oYkdVb01Td3RNU2tpUGp4bklHUmhkR0V0Ylcxc0xXNXZaR1U5SW0xaGRHZ2lQanhuSUdSaGRHRXRiVzFzTFc1dlpHVTlJbTFwSWo0OGRYTmxJR1JoZEdFdFl6MGlNVVEwTXpnaUlIaHNhVzVyT21oeVpXWTlJaU5OU2xndE1UZ3RWRVZZTFVrdE1VUTBNemdpTHo0OEwyYytQR2NnWkdGMFlTMXRiV3d0Ym05a1pUMGliVzhpSUhSeVlXNXpabTl5YlQwaWRISmhibk5zWVhSbEtERXdOREV1T0N3d0tTSStQSFZ6WlNCa1lYUmhMV005SWpORUlpQjRiR2x1YXpwb2NtVm1QU0lqVFVwWUxURTRMVlJGV0MxT0xUTkVJaTgrUEM5blBqeG5JR1JoZEdFdGJXMXNMVzV2WkdVOUltMXpkV0lpSUhSeVlXNXpabTl5YlQwaWRISmhibk5zWVhSbEtESXdPVGN1Tml3d0tTSStQR2NnWkdGMFlTMXRiV3d0Ym05a1pUMGliV2tpUGp4MWMyVWdaR0YwWVMxalBTSXhSRFEwUWlJZ2VHeHBibXM2YUhKbFpqMGlJMDFLV0MweE9DMVVSVmd0U1MweFJEUTBRaUl2UGp3dlp6NDhaeUJrWVhSaExXMXRiQzF1YjJSbFBTSnRhU0lnZEhKaGJuTm1iM0p0UFNKMGNtRnVjMnhoZEdVb09EWXhMQzB4TlRBcElITmpZV3hsS0RBdU56QTNLU0krUEhWelpTQmtZWFJoTFdNOUlqRkVORFUySWlCNGJHbHVhenBvY21WbVBTSWpUVXBZTFRFNExWUkZXQzFKTFRGRU5EVTJJaTgrUEM5blBqd3ZaejQ4WnlCa1lYUmhMVzF0YkMxdWIyUmxQU0p0YnlJZ2RISmhibk5tYjNKdFBTSjBjbUZ1YzJ4aGRHVW9NelEzTkM0M0xEQXBJajQ4ZFhObElHUmhkR0V0WXowaU1qSXhNaUlnZUd4cGJtczZhSEpsWmowaUkwMUtXQzB4T0MxVVJWZ3RUaTB5TWpFeUlpOCtQQzluUGp4bklHUmhkR0V0Ylcxc0xXNXZaR1U5SW0xemRXSWlJSFJ5WVc1elptOXliVDBpZEhKaGJuTnNZWFJsS0RRME56VXNNQ2tpUGp4bklHUmhkR0V0Ylcxc0xXNXZaR1U5SW0xcElqNDhkWE5sSUdSaGRHRXRZejBpTVVRME5FSWlJSGhzYVc1ck9taHlaV1k5SWlOTlNsZ3RNVGd0VkVWWUxVa3RNVVEwTkVJaUx6NDhMMmMrUEdjZ1pHRjBZUzF0Yld3dGJtOWtaVDBpYldraUlIUnlZVzV6Wm05eWJUMGlkSEpoYm5Oc1lYUmxLRGcyTVN3dE1UVXdLU0J6WTJGc1pTZ3dMamN3TnlraVBqeDFjMlVnWkdGMFlTMWpQU0l4UkRRMVFTSWdlR3hwYm1zNmFISmxaajBpSTAxS1dDMHhPQzFVUlZndFNTMHhSRFExUVNJdlBqd3ZaejQ4TDJjK1BDOW5Qand2Wno0OEwzTjJaejQ9IiwKCSJSZWFsVmlld1NpemVKc29uIiA6ICJ7XCJoZWlnaHRcIjoyOTcsXCJ3aWR0aFwiOjIxMjV9Igp9Cg=="/>
    </extobj>
    <extobj name="2384804F-3998-4D57-9195-F3826E402611-3">
      <extobjdata type="2384804F-3998-4D57-9195-F3826E402611" data="ewoJIkltZ1NldHRpbmdKc29uIiA6ICJ7XCJoZWlnaHRcIjo0MC4xNzg1NzE0Mjg1NzE0MixcIndpZHRoXCI6MzQ4LjIxNDI4NTcxNDI4NTY3fSIsCgkiTGF0ZXgiIDogIlxcYmVnaW57YWxpZ259XG5YX2kgJjpcXHRleHR7QWN0dWFsIHBvc2l0aW9uIG9mIHRoZSBpbmNpZGVudCBiZWFtfSBcXFxcXG5YX20gJjogXFx0ZXh0e0NhbGN1bGF0ZWQgcG9zaXRpb24gb2YgdGhlIGluY2lkZW50IGJlYW19XG5cXGVuZHthbGlnbn0iLAoJIkxhdGV4SW1nQmFzZTY0IiA6ICJQSE4yWnlCNGJXeHVjejBpYUhSMGNEb3ZMM2QzZHk1M015NXZjbWN2TWpBd01DOXpkbWNpSUhkcFpIUm9QU0kwTkM0M01URmxlQ0lnYUdWcFoyaDBQU0kxTGpJd05HVjRJaUJ5YjJ4bFBTSnBiV2NpSUdadlkzVnpZV0pzWlQwaVptRnNjMlVpSUhacFpYZENiM2c5SWpBZ0xURTBNREFnTVRrM05qSXVOQ0F5TXpBd0lpQjRiV3h1Y3pwNGJHbHVhejBpYUhSMGNEb3ZMM2QzZHk1M015NXZjbWN2TVRrNU9TOTRiR2x1YXlJZ1lYSnBZUzFvYVdSa1pXNDlJblJ5ZFdVaUlITjBlV3hsUFNKMlpYSjBhV05oYkMxaGJHbG5iam9nTFRJdU1ETTJaWGc3SUcxaGVDMTNhV1IwYURvZ09UZ2xPeUkrUEdSbFpuTStQSEJoZEdnZ2FXUTlJazFLV0MweE1pMVVSVmd0U1MweFJEUTBRaUlnWkQwaVRUUXlJREJJTkRCUk1qWWdNQ0F5TmlBeE1WRXlOaUF4TlNBeU9TQXlOMUV6TXlBME1TQXpOaUEwTTFRMU5TQTBObEV4TkRFZ05Ea2dNVGt3SURrNFVUSXdNQ0F4TURnZ016QTJJREl5TkZRME1URWdNelF5VVRNd01pQTJNakFnTWprM0lEWXlOVkV5T0RnZ05qTTJJREl6TkNBMk16ZElNakEyVVRJd01DQTJORE1nTWpBd0lEWTBOVlF5TURJZ05qWTBVVEl3TmlBMk56Y2dNakV5SURZNE0wZ3lNalpSTWpZd0lEWTRNU0F6TkRjZ05qZ3hVVE00TUNBMk9ERWdOREE0SURZNE1WUTBOVE1nTmpneVZEUTNNeUEyT0RKUk5Ea3dJRFk0TWlBME9UQWdOamN4VVRRNU1DQTJOekFnTkRnNElEWTFPRkUwT0RRZ05qUXpJRFE0TVNBMk5EQlVORFkxSURZek4xRTBNelFnTmpNMElEUXhNU0EyTWpCTU5EZzRJRFF5Tmt3MU5ERWdORGcxVVRZME5pQTFPVGdnTmpRMklEWXhNRkUyTkRZZ05qSTRJRFl5TWlBMk16VlJOakUzSURZek5TQTJNRGtnTmpNM1VUVTVOQ0EyTXpjZ05UazBJRFkwT0ZFMU9UUWdOalV3SURVNU5pQTJOalJSTmpBd0lEWTNOeUEyTURZZ05qZ3pTRFl4T0ZFMk1Ua2dOamd6SURZME15QTJPRE5VTmprM0lEWTRNVlEzTXpnZ05qZ3dVVGd5T0NBMk9EQWdPRE0zSURZNE0wZzRORFZST0RVeUlEWTNOaUE0TlRJZ05qY3lVVGcxTUNBMk5EY2dPRFF3SURZek4wZzRNalJSTnprd0lEWXpOaUEzTmpNZ05qSTRWRGN5TWlBMk1URlVOams0SURVNU0wdzJPRGNnTlRnMFVUWTROeUExT0RVZ05Ua3lJRFE0TUV3MU1EVWdNemcwVVRVd05TQXpPRE1nTlRNMklETXdORlEyTURFZ01UUXlWRFl6T0NBMU5sRTJORGdnTkRjZ05qazVJRFEyVVRjek5DQTBOaUEzTXpRZ016ZFJOek0wSURNMUlEY3pNaUF5TTFFM01qZ2dOeUEzTWpVZ05GUTNNVEVnTVZFM01EZ2dNU0EyTnpnZ01WUTFPRGtnTWxFMU1qZ2dNaUEwT1RZZ01sUTBOakVnTVZFME5EUWdNU0EwTkRRZ01UQlJORFEwSURFeElEUTBOaUF5TlZFME5EZ2dNelVnTkRVd0lETTVWRFExTlNBME5GUTBOalFnTkRaVU5EZ3dJRFEzVkRVd05pQTFORkUxTWpNZ05qSWdOVEl6SURZMFVUVXlNaUEyTkNBME56WWdNVGd4VERReU9TQXlPVGxSTWpReElEazFJREl6TmlBNE5GRXlNeklnTnpZZ01qTXlJRGN5VVRJek1pQTFNeUF5TmpFZ05EZFJNall5SURRM0lESTJOeUEwTjFReU56TWdORFpSTWpjMklEUTJJREkzTnlBME5sUXlPREFnTkRWVU1qZ3pJRFF5VkRJNE5DQXpOVkV5T0RRZ01qWWdNamd5SURFNVVUSTNPU0EySURJM05pQTBWREkyTVNBeFVUSTFPQ0F4SURJME15QXhWREl3TVNBeVZERTBNaUF5VVRZMElESWdORElnTUZvaUx6NDhjR0YwYUNCcFpEMGlUVXBZTFRFeUxWUkZXQzFKTFRGRU5EVTJJaUJrUFNKTk1UZzBJRFl3TUZFeE9EUWdOakkwSURJd015QTJOREpVTWpRM0lEWTJNVkV5TmpVZ05qWXhJREkzTnlBMk5EbFVNamt3SURZeE9WRXlPVEFnTlRrMklESTNNQ0ExTnpkVU1qSTJJRFUxTjFFeU1URWdOVFUzSURFNU9DQTFOamRVTVRnMElEWXdNRnBOTWpFZ01qZzNVVEl4SURJNU5TQXpNQ0F6TVRoVU5UUWdNelk1VkRrNElEUXlNRlF4TlRnZ05EUXlVVEU1TnlBME5ESWdNakl6SURReE9WUXlOVEFnTXpVM1VUSTFNQ0F6TkRBZ01qTTJJRE13TVZReE9UWWdNVGsyVkRFMU5DQTRNMUV4TkRrZ05qRWdNVFE1SURVeFVURTBPU0F5TmlBeE5qWWdNalpSTVRjMUlESTJJREU0TlNBeU9WUXlNRGdnTkROVU1qTTFJRGM0VkRJMk1DQXhNemRSTWpZeklERTBPU0F5TmpVZ01UVXhWREk0TWlBeE5UTlJNekF5SURFMU15QXpNRElnTVRRelVUTXdNaUF4TXpVZ01qa3pJREV4TWxReU5qZ2dOakZVTWpJeklERXhWREUyTVNBdE1URlJNVEk1SUMweE1TQXhNRElnTVRCVU56UWdOelJSTnpRZ09URWdOemtnTVRBMlZERXlNaUF5TWpCUk1UWXdJRE15TVNBeE5qWWdNelF4VkRFM015QXpPREJSTVRjeklEUXdOQ0F4TlRZZ05EQTBTREUxTkZFeE1qUWdOREEwSURrNUlETTNNVlEyTVNBeU9EZFJOakFnTWpnMklEVTVJREk0TkZRMU9DQXlPREZVTlRZZ01qYzVWRFV6SURJM09GUTBPU0F5TnpoVU5ERWdNamM0U0RJM1VUSXhJREk0TkNBeU1TQXlPRGRhSWk4K1BIQmhkR2dnYVdROUlrMUtXQzB4TWkxVVJWZ3RUaTB6UVNJZ1pEMGlUVGM0SURNM01GRTNPQ0F6T1RRZ09UVWdOREV5VkRFek9DQTBNekJSTVRZeUlEUXpNQ0F4T0RBZ05ERTBWREU1T1NBek56RlJNVGs1SURNME5pQXhPRElnTXpJNFZERXpPU0F6TVRCVU9UWWdNekkzVkRjNElETTNNRnBOTnpnZ05qQlJOemdnT0RRZ09UVWdNVEF5VkRFek9DQXhNakJSTVRZeUlERXlNQ0F4T0RBZ01UQTBWREU1T1NBMk1WRXhPVGtnTXpZZ01UZ3lJREU0VkRFek9TQXdWRGsySURFM1ZEYzRJRFl3V2lJdlBqeHdZWFJvSUdsa1BTSk5TbGd0TVRJdFZFVllMVTR0TkRFaUlHUTlJazB5TlRVZ01GRXlOREFnTXlBeE5EQWdNMUUwT0NBeklETTVJREJJTXpKV05EWklORGRSTVRFNUlEUTVJREV6T1NBNE9GRXhOREFnT1RFZ01Ua3lJREkwTlZReU9UVWdOVFV6VkRNME9DQTNNRGhSTXpVeElEY3hOaUF6TmpZZ056RTJTRE0zTmxFek9UWWdOekUxSURRd01DQTNNRGxSTkRBeUlEY3dOeUExTURnZ016a3dURFl4TnlBMk4xRTJNalFnTlRRZ05qTTJJRFV4VkRZNE55QTBOa2czTVRkV01FZzNNRGhSTmprNUlETWdOVGd4SUROUk5EVTRJRE1nTkRNM0lEQklOREkzVmpRMlNEUTBNRkUxTVRBZ05EWWdOVEV3SURZMFVUVXhNQ0EyTmlBME9EWWdNVE00VERRMk1pQXlNRGxJTWpJNVRESXdPU0F4TlRCUk1UZzVJRGt4SURFNE9TQTROVkV4T0RrZ056SWdNakE1SURVNVZESTFPU0EwTmtneU5qUldNRWd5TlRWYVRUUTBOeUF5TlRWTU16UTFJRFUxTjB3eU5EUWdNalUyVVRJME5DQXlOVFVnTXpRMUlESTFOVWcwTkRkYUlpOCtQSEJoZEdnZ2FXUTlJazFLV0MweE1pMVVSVmd0VGkwMk15SWdaRDBpVFRNM01DQXpNRFZVTXpRNUlETXdOVlF6TVRNZ016SXdWREk1TnlBek5UaFJNamszSURNNE1TQXpNVElnTXprMlVUTXhOeUEwTURFZ016RTNJRFF3TWxRek1EY2dOREEwVVRJNE1TQTBNRGdnTWpVNElEUXdPRkV5TURrZ05EQTRJREUzT0NBek56WlJNVE14SURNeU9TQXhNekVnTWpFNVVURXpNU0F4TXpjZ01UWXlJRGt3VVRJd015QXlPU0F5TnpJZ01qbFJNekV6SURJNUlETXpPQ0ExTlZRek56UWdNVEUzVVRNM05pQXhNalVnTXpjNUlERXlOMVF6T1RVZ01USTVTRFF3T1ZFME1UVWdNVEl6SURReE5TQXhNakJSTkRFMUlERXhOaUEwTVRFZ01UQTBWRE01TlNBM01WUXpOallnTXpOVU16RTRJREpVTWpRNUlDMHhNVkV4TmpNZ0xURXhJRGs1SURVelZETTBJREl4TkZFek5DQXpNVGdnT1RrZ016Z3pWREkxTUNBME5EaFVNemN3SURReU1WUTBNRFFnTXpVM1VUUXdOQ0F6TXpRZ016ZzNJRE15TUZvaUx6NDhjR0YwYUNCcFpEMGlUVXBZTFRFeUxWUkZXQzFPTFRjMElpQmtQU0pOTWpjZ05ESXlVVGd3SURReU5pQXhNRGtnTkRjNFZERTBNU0EyTURCV05qRTFTREU0TVZZME16RklNekUyVmpNNE5VZ3hPREZXTWpReFVURTRNaUF4TVRZZ01UZ3lJREV3TUZReE9Ea2dOamhSTWpBeklESTVJREl6T0NBeU9WRXlPRElnTWprZ01qa3lJREV3TUZFeU9UTWdNVEE0SURJNU15QXhORFpXTVRneFNETXpNMVl4TkRaV01UTTBVVE16TXlBMU55QXlPVEVnTVRkUk1qWTBJQzB4TUNBeU1qRWdMVEV3VVRFNE55QXRNVEFnTVRZeUlESlVNVEkwSURNelZERXdOU0EyT0ZRNU9DQXhNREJST1RjZ01UQTNJRGszSURJME9GWXpPRFZJTVRoV05ESXlTREkzV2lJdlBqeHdZWFJvSUdsa1BTSk5TbGd0TVRJdFZFVllMVTR0TnpVaUlHUTlJazB6T0RNZ05UaFJNekkzSUMweE1DQXlOVFlnTFRFd1NESTBPVkV4TWpRZ0xURXdJREV3TlNBNE9WRXhNRFFnT1RZZ01UQXpJREl5TmxFeE1ESWdNek0xSURFd01pQXpORGhVT1RZZ016WTVVVGcySURNNE5TQXpOaUF6T0RWSU1qVldOREE0VVRJMUlEUXpNU0F5TnlBME16Rk1NemdnTkRNeVVUUTRJRFF6TXlBMk55QTBNelJVTVRBMUlEUXpObEV4TWpJZ05ETTNJREUwTWlBME16aFVNVGN5SURRME1WUXhPRFFnTkRReVNERTROMVl5TmpGUk1UZzRJRGMzSURFNU1DQTJORkV4T1RNZ05Ea2dNakEwSURRd1VUSXlOQ0F5TmlBeU5qUWdNalpSTWprd0lESTJJRE14TVNBek5WUXpORE1nTlRoVU16WXpJRGt3VkRNM05TQXhNakJVTXpjNUlERTBORkV6TnprZ01UUTFJRE0zT1NBeE5qRlVNemd3SURJd01WUXpPREFnTWpRNFZqTXhOVkV6T0RBZ016WXhJRE0zTUNBek56SlVNekl3SURNNE5VZ3pNREpXTkRNeFVUTXdOQ0EwTXpFZ016YzRJRFF6TmxRME5UY2dORFF5U0RRMk5GWXlOalJSTkRZMElEZzBJRFEyTlNBNE1WRTBOamdnTmpFZ05EYzVJRFUxVkRVeU5DQTBOa2cxTkRKV01GRTFOREFnTUNBME5qY2dMVFZVTXprd0lDMHhNVWd6T0ROV05UaGFJaTgrUEhCaGRHZ2dhV1E5SWsxS1dDMHhNaTFVUlZndFRpMDJNU0lnWkQwaVRURXpOeUF6TURWVU1URTFJRE13TlZRM09DQXpNakJVTmpNZ016VTVVVFl6SURNNU5DQTVOeUEwTWpGVU1qRTRJRFEwT0ZFeU9URWdORFE0SURNek5pQTBNVFpVTXprMklETTBNRkUwTURFZ016STJJRFF3TVNBek1EbFVOREF5SURFNU5GWXhNalJSTkRBeUlEYzJJRFF3TnlBMU9GUTBNamdnTkRCUk5EUXpJRFF3SURRME9DQTFObFEwTlRNZ01UQTVWakUwTlVnME9UTldNVEEyVVRRNU1pQTJOaUEwT1RBZ05UbFJORGd4SURJNUlEUTFOU0F4TWxRME1EQWdMVFpVTXpVeklERXlWRE15T1NBMU5GWTFPRXd6TWpjZ05UVlJNekkxSURVeUlETXlNaUEwT1ZRek1UUWdOREJVTXpBeUlESTVWREk0TnlBeE4xUXlOamtnTmxReU5EY2dMVEpVTWpJeElDMDRWREU1TUNBdE1URlJNVE13SUMweE1TQTRNaUF5TUZRek5DQXhNRGRSTXpRZ01USTRJRFF4SURFME4xUTJPQ0F4T0RoVU1URTJJREl5TlZReE9UUWdNalV6VkRNd05DQXlOamhJTXpFNFZqSTVNRkV6TVRnZ016STBJRE14TWlBek5EQlJNamt3SURReE1TQXlNVFVnTkRFeFVURTVOeUEwTVRFZ01UZ3hJRFF4TUZReE5UWWdOREEyVkRFME9DQTBNRE5STVRjd0lETTRPQ0F4TnpBZ016VTVVVEUzTUNBek16UWdNVFUwSURNeU1GcE5NVEkySURFd05sRXhNallnTnpVZ01UVXdJRFV4VkRJd09TQXlObEV5TkRjZ01qWWdNamMySURRNVZETXhOU0F4TURsUk16RTNJREV4TmlBek1UZ2dNVGMxVVRNeE9DQXlNek1nTXpFM0lESXpNMUV6TURrZ01qTXpJREk1TmlBeU16SlVNalV4SURJeU0xUXhPVE1nTWpBelZERTBOeUF4TmpaVU1USTJJREV3TmxvaUx6NDhjR0YwYUNCcFpEMGlUVXBZTFRFeUxWUkZXQzFPTFRaRElpQmtQU0pOTkRJZ05EWklOVFpST1RVZ05EWWdNVEF6SURZd1ZqWTRVVEV3TXlBM055QXhNRE1nT1RGVU1UQXpJREV5TkZReE1EUWdNVFkzVkRFd05DQXlNVGRVTVRBMElESTNNbFF4TURRZ016STVVVEV3TkNBek5qWWdNVEEwSURRd04xUXhNRFFnTkRneVZERXdOQ0ExTkRKVU1UQXpJRFU0TmxReE1ETWdOakF6VVRFd01DQTJNaklnT0RrZ05qSTRWRFEwSURZek4wZ3lObFkyTmpCUk1qWWdOamd6SURJNElEWTRNMHd6T0NBMk9EUlJORGdnTmpnMUlEWTNJRFk0TmxReE1EUWdOamc0VVRFeU1TQTJPRGtnTVRReElEWTVNRlF4TnpFZ05qa3pWREU0TWlBMk9UUklNVGcxVmpNM09WRXhPRFVnTmpJZ01UZzJJRFl3VVRFNU1DQTFNaUF4T1RnZ05EbFJNakU1SURRMklESTBOeUEwTmtneU5qTldNRWd5TlRWTU1qTXlJREZSTWpBNUlESWdNVGd6SURKVU1UUTFJRE5VTVRBM0lETlVOVGNnTVV3ek5DQXdTREkyVmpRMlNEUXlXaUl2UGp4d1lYUm9JR2xrUFNKTlNsZ3RNVEl0VkVWWUxVNHRNakFpSUdROUlpSXZQanh3WVhSb0lHbGtQU0pOU2xndE1USXRWRVZZTFU0dE56QWlJR1E5SWswek5pQXRNVFE0U0RVd1VUZzVJQzB4TkRnZ09UY2dMVEV6TkZZdE1USTJVVGszSUMweE1Ua2dPVGNnTFRFd04xUTVOeUF0TnpkVU9UZ2dMVE00VkRrNElEWlVPVGdnTlRWVU9UZ2dNVEEyVVRrNElERTBNQ0E1T0NBeE56ZFVPVGdnTWpRelZEazRJREk1TmxRNU55QXpNelZVT1RjZ016VXhVVGswSURNM01DQTRNeUF6TnpaVU16Z2dNemcxU0RJd1ZqUXdPRkV5TUNBME16RWdNaklnTkRNeFRETXlJRFF6TWxFME1pQTBNek1nTmpFZ05ETTBWRGs0SURRek5sRXhNVFVnTkRNM0lERXpOU0EwTXpoVU1UWTFJRFEwTVZReE56WWdORFF5U0RFM09WWTBNVFpNTVRnd0lETTVNRXd4T0RnZ016azNVVEkwTnlBME5ERWdNekkySURRME1WRTBNRGNnTkRReElEUTJOQ0F6TnpkVU5USXlJREl4TmxFMU1qSWdNVEUxSURRMU55QTFNbFF6TVRBZ0xURXhVVEkwTWlBdE1URWdNVGt3SURNelRERTRNaUEwTUZZdE5EVldMVEV3TVZFeE9ESWdMVEV5T0NBeE9EUWdMVEV6TkZReE9UVWdMVEUwTlZFeU1UWWdMVEUwT0NBeU5EUWdMVEUwT0VneU5qQldMVEU1TkVneU5USk1Nakk0SUMweE9UTlJNakExSUMweE9USWdNVGM0SUMweE9USlVNVFF3SUMweE9URlJNemNnTFRFNU1TQXlPQ0F0TVRrMFNESXdWaTB4TkRoSU16WmFUVFF5TkNBeU1UaFJOREkwSURJNU1pQXpPVEFnTXpRM1ZETXdOU0EwTURKUk1qTTBJRFF3TWlBeE9ESWdNek0zVmprNFVUSXlNaUF5TmlBeU9UUWdNalpSTXpRMUlESTJJRE00TkNBNE1GUTBNalFnTWpFNFdpSXZQanh3WVhSb0lHbGtQU0pOU2xndE1USXRWRVZZTFU0dE5rWWlJR1E5SWsweU9DQXlNVFJSTWpnZ016QTVJRGt6SURNM09GUXlOVEFnTkRRNFVUTTBNQ0EwTkRnZ05EQTFJRE00TUZRME56RWdNakUxVVRRM01TQXhNakFnTkRBM0lEVTFWREkxTUNBdE1UQlJNVFV6SUMweE1DQTVNU0ExTjFReU9DQXlNVFJhVFRJMU1DQXpNRkV6TnpJZ016QWdNemN5SURFNU0xWXlNalZXTWpVd1VUTTNNaUF5TnpJZ016Y3hJREk0T0ZRek5qUWdNekkyVkRNME9DQXpOakpVTXpFM0lETTVNRlF5TmpnZ05ERXdVVEkyTXlBME1URWdNalV5SURReE1WRXlNaklnTkRFeElERTVOU0F6T1RsUk1UVXlJRE0zTnlBeE16a2dNek00VkRFeU5pQXlORFpXTWpJMlVURXlOaUF4TXpBZ01UUTFJRGt4VVRFM055QXpNQ0F5TlRBZ016QmFJaTgrUEhCaGRHZ2dhV1E5SWsxS1dDMHhNaTFVUlZndFRpMDNNeUlnWkQwaVRUSTVOU0F6TVRaUk1qazFJRE0xTmlBeU5qZ2dNemcxVkRFNU1DQTBNVFJSTVRVMElEUXhOQ0F4TWpnZ05EQXhVVGs0SURNNE1pQTVPQ0F6TkRsUk9UY2dNelEwSURrNElETXpObFF4TVRRZ016RXlWREUxTnlBeU9EZFJNVGMxSURJNE1pQXlNREVnTWpjNFZESTBOU0F5TmpsVU1qYzNJREkxTmxFeU9UUWdNalE0SURNeE1DQXlNelpVTXpReUlERTVOVlF6TlRrZ01UTXpVVE0xT1NBM01TQXpNakVnTXpGVU1UazRJQzB4TUVneE9UQlJNVE00SUMweE1DQTVOQ0F5Tmt3NE5pQXhPVXczTnlBeE1GRTNNU0EwSURZMUlDMHhURFUwSUMweE1VZzBOa2cwTWxFek9TQXRNVEVnTXpNZ0xUVldOelJXTVRNeVVUTXpJREUxTXlBek5TQXhOVGRVTkRVZ01UWXlTRFUwVVRZMklERTJNaUEzTUNBeE5UaFVOelVnTVRRMlZEZ3lJREV4T1ZReE1ERWdOemRSTVRNMklESTJJREU1T0NBeU5sRXlPVFVnTWpZZ01qazFJREV3TkZFeU9UVWdNVE16SURJM055QXhOVEZSTWpVM0lERTNOU0F4T1RRZ01UZzNWREV4TVNBeU1UQlJOelVnTWpJM0lEVTBJREkxTmxRek15QXpNVGhSTXpNZ016VTNJRFV3SURNNE5GUTVNeUEwTWpSVU1UUXpJRFEwTWxReE9EY2dORFEzU0RFNU9GRXlNemdnTkRRM0lESTJPQ0EwTXpKTU1qZ3pJRFF5TkV3eU9USWdORE14VVRNd01pQTBOREFnTXpFMElEUTBPRWd6TWpKSU16STJVVE15T1NBME5EZ2dNek0xSURRME1sWXpNVEJNTXpJNUlETXdORWd6TURGUk1qazFJRE14TUNBeU9UVWdNekUyV2lJdlBqeHdZWFJvSUdsa1BTSk5TbGd0TVRJdFZFVllMVTR0TmpraUlHUTlJazAyT1NBMk1EbFJOamtnTmpNM0lEZzNJRFkxTTFReE16RWdOalk1VVRFMU5DQTJOamNnTVRjeElEWTFNbFF4T0RnZ05qQTVVVEU0T0NBMU56a2dNVGN4SURVMk5GUXhNamtnTlRRNVVURXdOQ0ExTkRrZ09EY2dOVFkwVkRZNUlEWXdPVnBOTWpRM0lEQlJNak15SURNZ01UUXpJRE5STVRNeUlETWdNVEEySUROVU5UWWdNVXd6TkNBd1NESTJWalEyU0RReVVUY3dJRFEySURreElEUTVVVEV3TUNBMU15QXhNRElnTmpCVU1UQTBJREV3TWxZeU1EVldNamt6VVRFd05DQXpORFVnTVRBeUlETTFPVlE0T0NBek56aFJOelFnTXpnMUlEUXhJRE00TlVnek1GWTBNRGhSTXpBZ05ETXhJRE15SURRek1VdzBNaUEwTXpKUk5USWdORE16SURjd0lEUXpORlF4TURZZ05ETTJVVEV5TXlBME16Y2dNVFF5SURRek9GUXhOekVnTkRReFZERTRNaUEwTkRKSU1UZzFWall5VVRFNU1DQTFNaUF4T1RjZ05UQlVNak15SURRMlNESTFOVll3U0RJME4xb2lMejQ4Y0dGMGFDQnBaRDBpVFVwWUxURXlMVlJGV0MxT0xUWkZJaUJrUFNKTk5ERWdORFpJTlRWUk9UUWdORFlnTVRBeUlEWXdWalk0VVRFd01pQTNOeUF4TURJZ09URlVNVEF5SURFeU1sUXhNRE1nTVRZeFZERXdNeUF5TUROUk1UQXpJREl6TkNBeE1ETWdNalk1VkRFd01pQXpNamhXTXpVeFVUazVJRE0zTUNBNE9DQXpOelpVTkRNZ016ZzFTREkxVmpRd09GRXlOU0EwTXpFZ01qY2dORE14VERNM0lEUXpNbEUwTnlBME16TWdOalVnTkRNMFZERXdNaUEwTXpaUk1URTVJRFF6TnlBeE16Z2dORE00VkRFMk55QTBOREZVTVRjNElEUTBNa2d4T0RGV05EQXlVVEU0TVNBek5qUWdNVGd5SURNMk5GUXhPRGNnTXpZNVZERTVPU0F6T0RSVU1qRTRJRFF3TWxReU5EY2dOREl4VkRJNE5TQTBNemRSTXpBMUlEUTBNaUF6TXpZZ05EUXlVVFExTUNBME16Z2dORFl6SURNeU9WRTBOalFnTXpJeUlEUTJOQ0F4T1RCV01UQTBVVFEyTkNBMk5pQTBOallnTlRsVU5EYzNJRFE1VVRRNU9DQTBOaUExTWpZZ05EWklOVFF5VmpCSU5UTTBURFV4TUNBeFVUUTROeUF5SURRMk1DQXlWRFF5TWlBelVUTXhPU0F6SURNeE1DQXdTRE13TWxZME5rZ3pNVGhSTXpjNUlEUTJJRE0zT1NBMk1sRXpPREFnTmpRZ016Z3dJREl3TUZFek56a2dNek0xSURNM09DQXpORE5STXpjeUlETTNNU0F6TlRnZ016ZzFWRE16TkNBME1ESlVNekE0SURRd05GRXlOak1nTkRBMElESXlPU0F6TnpCUk1qQXlJRE0wTXlBeE9UVWdNekUxVkRFNE55QXlNekpXTVRZNFZqRXdPRkV4T0RjZ056Z2dNVGc0SURZNFZERTVNU0ExTlZReU1EQWdORGxSTWpJeElEUTJJREkwT1NBME5rZ3lOalZXTUVneU5UZE1Nak0wSURGUk1qRXdJRElnTVRneklESlVNVFExSUROUk5ESWdNeUF6TXlBd1NESTFWalEyU0RReFdpSXZQanh3WVhSb0lHbGtQU0pOU2xndE1USXRWRVZZTFU0dE5qWWlJR1E5SWsweU56TWdNRkV5TlRVZ015QXhORFlnTTFFME15QXpJRE0wSURCSU1qWldORFpJTkRKUk56QWdORFlnT1RFZ05EbFJPVGtnTlRJZ01UQXpJRFl3VVRFd05DQTJNaUF4TURRZ01qSTBWak00TlVnek0xWTBNekZJTVRBMFZqUTVOMHd4TURVZ05UWTBUREV3TnlBMU56UlJNVEkySURZek9TQXhOekVnTmpZNFZESTJOaUEzTURSUk1qWTNJRGN3TkNBeU56VWdOekEwVkRJNE9TQTNNRFZSTXpNd0lEY3dNaUF6TlRFZ05qYzVWRE0zTWlBMk1qZFJNemN5SURZd05DQXpOVGdnTlRrd1ZETXlNU0ExTnpaVU1qZzBJRFU1TUZReU56QWdOakkzVVRJM01DQTJORGNnTWpnNElEWTJOMGd5T0RSUk1qZ3dJRFkyT0NBeU56TWdOalk0VVRJME5TQTJOamdnTWpJeklEWTBOMVF4T0RrZ05Ua3lVVEU0TXlBMU56SWdNVGd5SURRNU4xWTBNekZJTWprelZqTTROVWd4T0RWV01qSTFVVEU0TlNBMk15QXhPRFlnTmpGVU1UZzVJRFUzVkRFNU5DQTFORlF4T1RrZ05URlVNakEySURRNVZESXhNeUEwT0ZReU1qSWdORGRVTWpNeElEUTNWREkwTVNBME5sUXlOVEVnTkRaSU1qZ3lWakJJTWpjeldpSXZQanh3WVhSb0lHbGtQU0pOU2xndE1USXRWRVZZTFU0dE5qZ2lJR1E5SWswME1TQTBOa2cxTlZFNU5DQTBOaUF4TURJZ05qQldOamhSTVRBeUlEYzNJREV3TWlBNU1WUXhNRElnTVRJMFZERXdNaUF4TmpkVU1UQXpJREl4TjFReE1ETWdNamN5VkRFd015QXpNamxSTVRBeklETTJOaUF4TURNZ05EQTNWREV3TXlBME9ESlVNVEF5SURVME1sUXhNRElnTlRnMlZERXdNaUEyTUROUk9Ua2dOakl5SURnNElEWXlPRlEwTXlBMk16ZElNalZXTmpZd1VUSTFJRFk0TXlBeU55QTJPRE5NTXpjZ05qZzBVVFEzSURZNE5TQTJOaUEyT0RaVU1UQXpJRFk0T0ZFeE1qQWdOamc1SURFME1DQTJPVEJVTVRjd0lEWTVNMVF4T0RFZ05qazBTREU0TkZZek5qZFJNalEwSURRME1pQXpNamdnTkRReVVUUTFNU0EwTkRJZ05EWXpJRE15T1ZFME5qUWdNekl5SURRMk5DQXhPVEJXTVRBMFVUUTJOQ0EyTmlBME5qWWdOVGxVTkRjM0lEUTVVVFE1T0NBME5pQTFNallnTkRaSU5UUXlWakJJTlRNMFREVXhNQ0F4VVRRNE55QXlJRFEyTUNBeVZEUXlNaUF6VVRNeE9TQXpJRE14TUNBd1NETXdNbFkwTmtnek1UaFJNemM1SURRMklETTNPU0EyTWxFek9EQWdOalFnTXpnd0lESXdNRkV6TnprZ016TTFJRE0zT0NBek5ETlJNemN5SURNM01TQXpOVGdnTXpnMVZETXpOQ0EwTURKVU16QTRJRFF3TkZFeU5qTWdOREEwSURJeU9TQXpOekJSTWpBeUlETTBNeUF4T1RVZ016RTFWREU0TnlBeU16SldNVFk0VmpFd09GRXhPRGNnTnpnZ01UZzRJRFk0VkRFNU1TQTFOVlF5TURBZ05EbFJNakl4SURRMklESTBPU0EwTmtneU5qVldNRWd5TlRkTU1qTTBJREZSTWpFd0lESWdNVGd6SURKVU1UUTFJRE5STkRJZ015QXpNeUF3U0RJMVZqUTJTRFF4V2lJdlBqeHdZWFJvSUdsa1BTSk5TbGd0TVRJdFZFVllMVTR0TmpVaUlHUTlJazB5T0NBeU1UaFJNamdnTWpjeklEUTRJRE14T0ZRNU9DQXpPVEZVTVRZeklEUXpNMVF5TWprZ05EUTRVVEk0TWlBME5EZ2dNekl3SURRek1GUXpOemdnTXpnd1ZEUXdOaUF6TVRaVU5ERTFJREkwTlZFME1UVWdNak00SURRd09DQXlNekZJTVRJMlZqSXhObEV4TWpZZ05qZ2dNakkySURNMlVUSTBOaUF6TUNBeU56QWdNekJSTXpFeUlETXdJRE0wTWlBMk1sRXpOVGtnTnprZ016WTVJREV3TkV3ek56a2dNVEk0VVRNNE1pQXhNekVnTXprMUlERXpNVWd6T1RoUk5ERTFJREV6TVNBME1UVWdNVEl4VVRReE5TQXhNVGNnTkRFeUlERXdPRkV6T1RNZ05UTWdNelE1SURJeFZESTFNQ0F0TVRGUk1UVTFJQzB4TVNBNU1pQTFPRlF5T0NBeU1UaGFUVE16TXlBeU56VlJNekl5SURRd015QXlNemdnTkRFeFNESXpObEV5TWpnZ05ERXhJREl5TUNBME1UQlVNVGsxSURRd01sUXhOallnTXpneFZERTBNeUF6TkRCVU1USTNJREkzTkZZeU5qZElNek16VmpJM05Wb2lMejQ4Y0dGMGFDQnBaRDBpVFVwWUxURXlMVlJGV0MxT0xUWTBJaUJrUFNKTk16YzJJRFE1TlZFek56WWdOVEV4SURNM05pQTFNelZVTXpjM0lEVTJPRkV6TnpjZ05qRXpJRE0yTnlBMk1qUlVNekUySURZek4wZ3lPVGhXTmpZd1VUSTVPQ0EyT0RNZ016QXdJRFk0TTB3ek1UQWdOamcwVVRNeU1DQTJPRFVnTXpNNUlEWTRObFF6TnpZZ05qZzRVVE01TXlBMk9Ea2dOREV6SURZNU1GUTBORE1nTmprelZEUTFOQ0EyT1RSSU5EVTNWak01TUZFME5UY2dPRFFnTkRVNElEZ3hVVFEyTVNBMk1TQTBOeklnTlRWVU5URTNJRFEyU0RVek5WWXdVVFV6TXlBd0lEUTFPU0F0TlZRek9EQWdMVEV4U0RNM00xWTBORXd6TmpVZ016ZFJNekEzSUMweE1TQXlNelVnTFRFeFVURTFPQ0F0TVRFZ09UWWdOVEJVTXpRZ01qRTFVVE0wSURNeE5TQTVOeUF6TnpoVU1qUTBJRFEwTWxFek1Ua2dORFF5SURNM05pQXpPVE5XTkRrMVdrMHpOek1nTXpReVVUTXlPQ0EwTURVZ01qWXdJRFF3TlZFeU1URWdOREExSURFM015QXpOamxSTVRRMklETTBNU0F4TXprZ016QTFWREV6TVNBeU1URlJNVE14SURFMU5TQXhNemdnTVRJd1ZERTNNeUExT1ZFeU1ETWdNallnTWpVeElESTJVVE15TWlBeU5pQXpOek1nTVRBelZqTTBNbG9pTHo0OGNHRjBhQ0JwWkQwaVRVcFlMVEV5TFZSRldDMU9MVFl5SWlCa1BTSk5NekEzSUMweE1WRXlNelFnTFRFeElERTJPQ0ExTlV3eE5UZ2dNemRSTVRVMklETTBJREUxTXlBeU9GUXhORGNnTVRkVU1UUXpJREV3VERFek9DQXhUREV4T0NBd1NEazRWakk1T0ZFNU9DQTFPVGtnT1RjZ05qQXpVVGswSURZeU1pQTRNeUEyTWpoVU16Z2dOak0zU0RJd1ZqWTJNRkV5TUNBMk9ETWdNaklnTmpnelRETXlJRFk0TkZFME1pQTJPRFVnTmpFZ05qZzJWRGs0SURZNE9GRXhNVFVnTmpnNUlERXpOU0EyT1RCVU1UWTFJRFk1TTFReE56WWdOamswU0RFM09WWTFORE5STVRjNUlETTVNU0F4T0RBZ016a3hUREU0TXlBek9UUlJNVGcySURNNU55QXhPVElnTkRBeFZESXdOeUEwTVRGVU1qSTRJRFF5TVZReU5UUWdORE14VkRJNE5pQTBNemxVTXpJeklEUTBNbEUwTURFZ05EUXlJRFEyTVNBek56bFVOVEl5SURJeE5sRTFNaklnTVRFMUlEUTFPQ0ExTWxRek1EY2dMVEV4V2sweE9ESWdPVGhSTVRneUlEazNJREU0TnlBNU1GUXhPVFlnTnpsVU1qQTJJRFkzVkRJeE9DQTFOVlF5TXpNZ05EUlVNalV3SURNMVZESTNNU0F5T1ZReU9UVWdNalpSTXpNd0lESTJJRE0yTXlBME5sUTBNVElnTVRFelVUUXlOQ0F4TkRnZ05ESTBJREl4TWxFME1qUWdNamczSURReE1pQXpNak5STXpnMUlEUXdOU0F6TURBZ05EQTFVVEkzTUNBME1EVWdNak01SURNNU1GUXhPRGdnTXpRM1RERTRNaUF6TXpsV09UaGFJaTgrUEhCaGRHZ2dhV1E5SWsxS1dDMHhNaTFVUlZndFRpMDJSQ0lnWkQwaVRUUXhJRFEyU0RVMVVUazBJRFEySURFd01pQTJNRlkyT0ZFeE1ESWdOemNnTVRBeUlEa3hWREV3TWlBeE1qSlVNVEF6SURFMk1WUXhNRE1nTWpBelVURXdNeUF5TXpRZ01UQXpJREkyT1ZReE1ESWdNekk0VmpNMU1WRTVPU0F6TnpBZ09EZ2dNemMyVkRReklETTROVWd5TlZZME1EaFJNalVnTkRNeElESTNJRFF6TVV3ek55QTBNekpSTkRjZ05ETXpJRFkxSURRek5GUXhNRElnTkRNMlVURXhPU0EwTXpjZ01UTTRJRFF6T0ZReE5qY2dORFF4VkRFM09DQTBOREpJTVRneFZqUXdNbEV4T0RFZ016WTBJREU0TWlBek5qUlVNVGczSURNMk9WUXhPVGtnTXpnMFZESXhPQ0EwTURKVU1qUTNJRFF5TVZReU9EVWdORE0zVVRNd05TQTBORElnTXpNMklEUTBNbEV6TlRFZ05EUXlJRE0yTkNBME5EQlVNemczSURRek5GUTBNRFlnTkRJMlZEUXlNU0EwTVRkVU5ETXlJRFF3TmxRME5ERWdNemsxVkRRME9DQXpPRFJVTkRVeUlETTNORlEwTlRVZ016WTJURFExTnlBek5qRk1ORFl3SURNMk5WRTBOak1nTXpZNUlEUTJOaUF6TnpOVU5EYzFJRE00TkZRME9EZ2dNemszVkRVd015QTBNVEJVTlRJeklEUXlNbFExTkRZZ05ETXlWRFUzTWlBME16bFVOakF6SURRME1sRTNNamtnTkRReUlEYzBNQ0F6TWpsUk56UXhJRE15TWlBM05ERWdNVGt3VmpFd05GRTNOREVnTmpZZ056UXpJRFU1VkRjMU5DQTBPVkUzTnpVZ05EWWdPREF6SURRMlNEZ3hPVll3U0RneE1VdzNPRGdnTVZFM05qUWdNaUEzTXpjZ01sUTJPVGtnTTFFMU9UWWdNeUExT0RjZ01FZzFOemxXTkRaSU5UazFVVFkxTmlBME5pQTJOVFlnTmpKUk5qVTNJRFkwSURZMU55QXlNREJSTmpVMklETXpOU0EyTlRVZ016UXpVVFkwT1NBek56RWdOak0xSURNNE5WUTJNVEVnTkRBeVZEVTROU0EwTURSUk5UUXdJRFF3TkNBMU1EWWdNemN3VVRRM09TQXpORE1nTkRjeUlETXhOVlEwTmpRZ01qTXlWakUyT0ZZeE1EaFJORFkwSURjNElEUTJOU0EyT0ZRME5qZ2dOVFZVTkRjM0lEUTVVVFE1T0NBME5pQTFNallnTkRaSU5UUXlWakJJTlRNMFREVXhNQ0F4VVRRNE55QXlJRFEyTUNBeVZEUXlNaUF6VVRNeE9TQXpJRE14TUNBd1NETXdNbFkwTmtnek1UaFJNemM1SURRMklETTNPU0EyTWxFek9EQWdOalFnTXpnd0lESXdNRkV6TnprZ016TTFJRE0zT0NBek5ETlJNemN5SURNM01TQXpOVGdnTXpnMVZETXpOQ0EwTURKVU16QTRJRFF3TkZFeU5qTWdOREEwSURJeU9TQXpOekJSTWpBeUlETTBNeUF4T1RVZ016RTFWREU0TnlBeU16SldNVFk0VmpFd09GRXhPRGNnTnpnZ01UZzRJRFk0VkRFNU1TQTFOVlF5TURBZ05EbFJNakl4SURRMklESTBPU0EwTmtneU5qVldNRWd5TlRkTU1qTTBJREZSTWpFd0lESWdNVGd6SURKVU1UUTFJRE5STkRJZ015QXpNeUF3U0RJMVZqUTJTRFF4V2lJdlBqeHdZWFJvSUdsa1BTSk5TbGd0TVRJdFZFVllMVWt0TVVRME5VRWlJR1E5SWsweU1TQXlPRGRSTWpJZ01qa3pJREkwSURNd00xUXpOaUF6TkRGVU5UWWdNemc0VkRnNElEUXlOVlF4TXpJZ05EUXlWREUzTlNBME16VlVNakExSURReE4xUXlNakVnTXprMVZESXlPU0F6TnpaTU1qTXhJRE0yT1ZFeU16RWdNelkzSURJek1pQXpOamRNTWpReklETTNPRkV6TURNZ05EUXlJRE00TkNBME5ESlJOREF4SURRME1pQTBNVFVnTkRRd1ZEUTBNU0EwTXpOVU5EWXdJRFF5TTFRME56VWdOREV4VkRRNE5TQXpPVGhVTkRreklETTROVlEwT1RjZ016Y3pWRFV3TUNBek5qUlVOVEF5SURNMU4wdzFNVEFnTXpZM1VUVTNNeUEwTkRJZ05qVTVJRFEwTWxFM01UTWdORFF5SURjME5pQTBNVFZVTnpnd0lETXpObEUzT0RBZ01qZzFJRGMwTWlBeE56aFVOekEwSURVd1VUY3dOU0F6TmlBM01Ea2dNekZVTnpJMElESTJVVGMxTWlBeU5pQTNOellnTlRaVU9ERTFJREV6T0ZFNE1UZ2dNVFE1SURneU1TQXhOVEZVT0RNM0lERTFNMUU0TlRjZ01UVXpJRGcxTnlBeE5EVlJPRFUzSURFME5DQTROVE1nTVRNd1VUZzBOU0F4TURFZ09ETXhJRGN6VkRjNE5TQXhOMVEzTVRZZ0xURXdVVFkyT1NBdE1UQWdOalE0SURFM1ZEWXlOeUEzTTFFMk1qY2dPVElnTmpZeklERTVNMVEzTURBZ016UTFVVGN3TUNBME1EUWdOalUySURRd05FZzJOVEZSTlRZMUlEUXdOQ0ExTURZZ016QXpURFE1T1NBeU9URk1ORFkySURFMU4xRTBNek1nTWpZZ05ESTRJREUyVVRReE5TQXRNVEVnTXpnMUlDMHhNVkV6TnpJZ0xURXhJRE0yTkNBdE5GUXpOVE1nT0ZRek5UQWdNVGhSTXpVd0lESTVJRE00TkNBeE5qRk1OREl3SURNd04xRTBNak1nTXpJeUlEUXlNeUF6TkRWUk5ESXpJRFF3TkNBek56a2dOREEwU0RNM05GRXlPRGdnTkRBMElESXlPU0F6TUROTU1qSXlJREk1TVV3eE9Ea2dNVFUzVVRFMU5pQXlOaUF4TlRFZ01UWlJNVE00SUMweE1TQXhNRGdnTFRFeFVUazFJQzB4TVNBNE55QXROVlEzTmlBM1ZEYzBJREUzVVRjMElETXdJREV4TWlBeE9ERlJNVFV4SURNek5TQXhOVEVnTXpReVVURTFOQ0F6TlRjZ01UVTBJRE0yT1ZFeE5UUWdOREExSURFeU9TQTBNRFZSTVRBM0lEUXdOU0E1TWlBek56ZFVOamtnTXpFMlZEVTNJREk0TUZFMU5TQXlOemdnTkRFZ01qYzRTREkzVVRJeElESTROQ0F5TVNBeU9EZGFJaTgrUEhCaGRHZ2dhV1E5SWsxS1dDMHhNaTFVUlZndFRpMDBNeUlnWkQwaVRUVTJJRE0wTWxFMU5pQTBNamdnT0RrZ05UQXdWREUzTkNBMk1UVlVNamd6SURZNE1WUXpPVEVnTnpBMVVUTTVOQ0EzTURVZ05EQXdJRGN3TlZRME1EZ2dOekEwVVRRNU9TQTNNRFFnTlRZNUlEWXpOa3cxT0RJZ05qSTBURFl4TWlBMk5qTlJOak01SURjd01DQTJORE1nTnpBMFVUWTBOQ0EzTURRZ05qUTNJRGN3TkZRMk5UTWdOekExU0RZMU4xRTJOakFnTnpBMUlEWTJOaUEyT1RsV05ERTVURFkyTUNBME1UTklOakkyVVRZeU1DQTBNVGtnTmpFNUlEUXpNRkUyTVRBZ05URXlJRFUzTVNBMU56SlVORGMySURZMU1WRTBOVGNnTmpVNElEUXlOaUEyTlRoUk16SXlJRFkxT0NBeU5USWdOVGc0VVRFM015QTFNRGtnTVRjeklETTBNbEV4TnpNZ01qSXhJREl4TVNBeE5URlJNak15SURFeE1TQXlOak1nT0RSVU16STRJRFExVkRNNE5DQXlPVlEwTWpnZ01qUlJOVEUzSURJMElEVTNNU0E1TTFRMk1qWWdNalEwVVRZeU5pQXlOVEVnTmpNeUlESTFOMGcyTmpCTU5qWTJJREkxTVZZeU16WlJOall4SURFek15QTFPVEFnTlRaVU5EQXpJQzB5TVZFeU5qSWdMVEl4SURFMU9TQTRNMVExTmlBek5ESmFJaTgrUEM5a1pXWnpQanhuSUhOMGNtOXJaVDBpWTNWeWNtVnVkRU52Ykc5eUlpQm1hV3hzUFNKamRYSnlaVzUwUTI5c2IzSWlJSE4wY205clpTMTNhV1IwYUQwaU1DSWdkSEpoYm5ObWIzSnRQU0p6WTJGc1pTZ3hMQzB4S1NJK1BHY2daR0YwWVMxdGJXd3RibTlrWlQwaWJXRjBhQ0krUEdjZ1pHRjBZUzF0Yld3dGJtOWtaVDBpYlhSaFlteGxJajQ4WnlCa1lYUmhMVzF0YkMxdWIyUmxQU0p0ZEhJaUlIUnlZVzV6Wm05eWJUMGlkSEpoYm5Oc1lYUmxLREFzTmpVd0tTSStQR2NnWkdGMFlTMXRiV3d0Ym05a1pUMGliWFJrSWlCMGNtRnVjMlp2Y20wOUluUnlZVzV6YkdGMFpTZ3pOell1T1N3d0tTSStQR2NnWkdGMFlTMXRiV3d0Ym05a1pUMGliWE4xWWlJK1BHY2daR0YwWVMxdGJXd3RibTlrWlQwaWJXa2lQangxYzJVZ1pHRjBZUzFqUFNJeFJEUTBRaUlnZUd4cGJtczZhSEpsWmowaUkwMUtXQzB4TWkxVVJWZ3RTUzB4UkRRMFFpSXZQand2Wno0OFp5QmtZWFJoTFcxdGJDMXViMlJsUFNKdGFTSWdkSEpoYm5ObWIzSnRQU0owY21GdWMyeGhkR1VvT0RZeExDMHhOVEFwSUhOallXeGxLREF1TnpBM0tTSStQSFZ6WlNCa1lYUmhMV005SWpGRU5EVTJJaUI0YkdsdWF6cG9jbVZtUFNJalRVcFlMVEV5TFZSRldDMUpMVEZFTkRVMklpOCtQQzluUGp3dlp6NDhMMmMrUEdjZ1pHRjBZUzF0Yld3dGJtOWtaVDBpYlhSa0lpQjBjbUZ1YzJadmNtMDlJblJ5WVc1emJHRjBaU2d4TlRNeExqZ3NNQ2tpUGp4bklHUmhkR0V0Ylcxc0xXNXZaR1U5SW0xcElpOCtQR2NnWkdGMFlTMXRiV3d0Ym05a1pUMGliVzhpSUhSeVlXNXpabTl5YlQwaWRISmhibk5zWVhSbEtESTNOeTQ0TERBcElqNDhkWE5sSUdSaGRHRXRZejBpTTBFaUlIaHNhVzVyT21oeVpXWTlJaU5OU2xndE1USXRWRVZZTFU0dE0wRWlMejQ4TDJjK1BHY2daR0YwWVMxdGJXd3RibTlrWlQwaWJYUmxlSFFpSUhSeVlXNXpabTl5YlQwaWRISmhibk5zWVhSbEtEZ3pNeTQyTERBcElqNDhkWE5sSUdSaGRHRXRZejBpTkRFaUlIaHNhVzVyT21oeVpXWTlJaU5OU2xndE1USXRWRVZZTFU0dE5ERWlMejQ4ZFhObElHUmhkR0V0WXowaU5qTWlJSGhzYVc1ck9taHlaV1k5SWlOTlNsZ3RNVEl0VkVWWUxVNHROak1pSUhSeVlXNXpabTl5YlQwaWRISmhibk5zWVhSbEtEYzFNQ3d3S1NJdlBqeDFjMlVnWkdGMFlTMWpQU0kzTkNJZ2VHeHBibXM2YUhKbFpqMGlJMDFLV0MweE1pMVVSVmd0VGkwM05DSWdkSEpoYm5ObWIzSnRQU0owY21GdWMyeGhkR1VvTVRFNU5Dd3dLU0l2UGp4MWMyVWdaR0YwWVMxalBTSTNOU0lnZUd4cGJtczZhSEpsWmowaUkwMUtXQzB4TWkxVVJWZ3RUaTAzTlNJZ2RISmhibk5tYjNKdFBTSjBjbUZ1YzJ4aGRHVW9NVFU0TXl3d0tTSXZQangxYzJVZ1pHRjBZUzFqUFNJMk1TSWdlR3hwYm1zNmFISmxaajBpSTAxS1dDMHhNaTFVUlZndFRpMDJNU0lnZEhKaGJuTm1iM0p0UFNKMGNtRnVjMnhoZEdVb01qRXpPU3d3S1NJdlBqeDFjMlVnWkdGMFlTMWpQU0kyUXlJZ2VHeHBibXM2YUhKbFpqMGlJMDFLV0MweE1pMVVSVmd0VGkwMlF5SWdkSEpoYm5ObWIzSnRQU0owY21GdWMyeGhkR1VvTWpZek9Td3dLU0l2UGp4MWMyVWdaR0YwWVMxalBTSXlNQ0lnZUd4cGJtczZhSEpsWmowaUkwMUtXQzB4TWkxVVJWZ3RUaTB5TUNJZ2RISmhibk5tYjNKdFBTSjBjbUZ1YzJ4aGRHVW9Namt4Tnl3d0tTSXZQangxYzJVZ1pHRjBZUzFqUFNJM01DSWdlR3hwYm1zNmFISmxaajBpSTAxS1dDMHhNaTFVUlZndFRpMDNNQ0lnZEhKaGJuTm1iM0p0UFNKMGNtRnVjMnhoZEdVb016RTJOeXd3S1NJdlBqeDFjMlVnWkdGMFlTMWpQU0kyUmlJZ2VHeHBibXM2YUhKbFpqMGlJMDFLV0MweE1pMVVSVmd0VGkwMlJpSWdkSEpoYm5ObWIzSnRQU0owY21GdWMyeGhkR1VvTXpjeU15d3dLU0l2UGp4MWMyVWdaR0YwWVMxalBTSTNNeUlnZUd4cGJtczZhSEpsWmowaUkwMUtXQzB4TWkxVVJWZ3RUaTAzTXlJZ2RISmhibk5tYjNKdFBTSjBjbUZ1YzJ4aGRHVW9OREl5TXl3d0tTSXZQangxYzJVZ1pHRjBZUzFqUFNJMk9TSWdlR3hwYm1zNmFISmxaajBpSTAxS1dDMHhNaTFVUlZndFRpMDJPU0lnZEhKaGJuTm1iM0p0UFNKMGNtRnVjMnhoZEdVb05EWXhOeXd3S1NJdlBqeDFjMlVnWkdGMFlTMWpQU0kzTkNJZ2VHeHBibXM2YUhKbFpqMGlJMDFLV0MweE1pMVVSVmd0VGkwM05DSWdkSEpoYm5ObWIzSnRQU0owY21GdWMyeGhkR1VvTkRnNU5Td3dLU0l2UGp4MWMyVWdaR0YwWVMxalBTSTJPU0lnZUd4cGJtczZhSEpsWmowaUkwMUtXQzB4TWkxVVJWZ3RUaTAyT1NJZ2RISmhibk5tYjNKdFBTSjBjbUZ1YzJ4aGRHVW9OVEk0TkN3d0tTSXZQangxYzJVZ1pHRjBZUzFqUFNJMlJpSWdlR3hwYm1zNmFISmxaajBpSTAxS1dDMHhNaTFVUlZndFRpMDJSaUlnZEhKaGJuTm1iM0p0UFNKMGNtRnVjMnhoZEdVb05UVTJNaXd3S1NJdlBqeDFjMlVnWkdGMFlTMWpQU0kyUlNJZ2VHeHBibXM2YUhKbFpqMGlJMDFLV0MweE1pMVVSVmd0VGkwMlJTSWdkSEpoYm5ObWIzSnRQU0owY21GdWMyeGhkR1VvTmpBMk1pd3dLU0l2UGp4MWMyVWdaR0YwWVMxalBTSXlNQ0lnZUd4cGJtczZhSEpsWmowaUkwMUtXQzB4TWkxVVJWZ3RUaTB5TUNJZ2RISmhibk5tYjNKdFBTSjBjbUZ1YzJ4aGRHVW9Oall4T0N3d0tTSXZQangxYzJVZ1pHRjBZUzFqUFNJMlJpSWdlR3hwYm1zNmFISmxaajBpSTAxS1dDMHhNaTFVUlZndFRpMDJSaUlnZEhKaGJuTm1iM0p0UFNKMGNtRnVjMnhoZEdVb05qZzJPQ3d3S1NJdlBqeDFjMlVnWkdGMFlTMWpQU0kyTmlJZ2VHeHBibXM2YUhKbFpqMGlJMDFLV0MweE1pMVVSVmd0VGkwMk5pSWdkSEpoYm5ObWIzSnRQU0owY21GdWMyeGhkR1VvTnpNMk9Dd3dLU0l2UGp4MWMyVWdaR0YwWVMxalBTSXlNQ0lnZUd4cGJtczZhSEpsWmowaUkwMUtXQzB4TWkxVVJWZ3RUaTB5TUNJZ2RISmhibk5tYjNKdFBTSjBjbUZ1YzJ4aGRHVW9OelkzTkN3d0tTSXZQangxYzJVZ1pHRjBZUzFqUFNJM05DSWdlR3hwYm1zNmFISmxaajBpSTAxS1dDMHhNaTFVUlZndFRpMDNOQ0lnZEhKaGJuTm1iM0p0UFNKMGNtRnVjMnhoZEdVb056a3lOQ3d3S1NJdlBqeDFjMlVnWkdGMFlTMWpQU0kyT0NJZ2VHeHBibXM2YUhKbFpqMGlJMDFLV0MweE1pMVVSVmd0VGkwMk9DSWdkSEpoYm5ObWIzSnRQU0owY21GdWMyeGhkR1VvT0RNeE15d3dLU0l2UGp4MWMyVWdaR0YwWVMxalBTSTJOU0lnZUd4cGJtczZhSEpsWmowaUkwMUtXQzB4TWkxVVJWZ3RUaTAyTlNJZ2RISmhibk5tYjNKdFBTSjBjbUZ1YzJ4aGRHVW9PRGcyT1N3d0tTSXZQangxYzJVZ1pHRjBZUzFqUFNJeU1DSWdlR3hwYm1zNmFISmxaajBpSTAxS1dDMHhNaTFVUlZndFRpMHlNQ0lnZEhKaGJuTm1iM0p0UFNKMGNtRnVjMnhoZEdVb09UTXhNeXd3S1NJdlBqeDFjMlVnWkdGMFlTMWpQU0kyT1NJZ2VHeHBibXM2YUhKbFpqMGlJMDFLV0MweE1pMVVSVmd0VGkwMk9TSWdkSEpoYm5ObWIzSnRQU0owY21GdWMyeGhkR1VvT1RVMk15d3dLU0l2UGp4MWMyVWdaR0YwWVMxalBTSTJSU0lnZUd4cGJtczZhSEpsWmowaUkwMUtXQzB4TWkxVVJWZ3RUaTAyUlNJZ2RISmhibk5tYjNKdFBTSjBjbUZ1YzJ4aGRHVW9PVGcwTVN3d0tTSXZQangxYzJVZ1pHRjBZUzFqUFNJMk15SWdlR3hwYm1zNmFISmxaajBpSTAxS1dDMHhNaTFVUlZndFRpMDJNeUlnZEhKaGJuTm1iM0p0UFNKMGNtRnVjMnhoZEdVb01UQXpPVGNzTUNraUx6NDhkWE5sSUdSaGRHRXRZejBpTmpraUlIaHNhVzVyT21oeVpXWTlJaU5OU2xndE1USXRWRVZZTFU0dE5qa2lJSFJ5WVc1elptOXliVDBpZEhKaGJuTnNZWFJsS0RFd09EUXhMREFwSWk4K1BIVnpaU0JrWVhSaExXTTlJalkwSWlCNGJHbHVhenBvY21WbVBTSWpUVXBZTFRFeUxWUkZXQzFPTFRZMElpQjBjbUZ1YzJadmNtMDlJblJ5WVc1emJHRjBaU2d4TVRFeE9Td3dLU0l2UGp4MWMyVWdaR0YwWVMxalBTSTJOU0lnZUd4cGJtczZhSEpsWmowaUkwMUtXQzB4TWkxVVJWZ3RUaTAyTlNJZ2RISmhibk5tYjNKdFBTSjBjbUZ1YzJ4aGRHVW9NVEUyTnpVc01Da2lMejQ4ZFhObElHUmhkR0V0WXowaU5rVWlJSGhzYVc1ck9taHlaV1k5SWlOTlNsZ3RNVEl0VkVWWUxVNHROa1VpSUhSeVlXNXpabTl5YlQwaWRISmhibk5zWVhSbEtERXlNVEU1TERBcElpOCtQSFZ6WlNCa1lYUmhMV005SWpjMElpQjRiR2x1YXpwb2NtVm1QU0lqVFVwWUxURXlMVlJGV0MxT0xUYzBJaUIwY21GdWMyWnZjbTA5SW5SeVlXNXpiR0YwWlNneE1qWTNOU3d3S1NJdlBqeDFjMlVnWkdGMFlTMWpQU0l5TUNJZ2VHeHBibXM2YUhKbFpqMGlJMDFLV0MweE1pMVVSVmd0VGkweU1DSWdkSEpoYm5ObWIzSnRQU0owY21GdWMyeGhkR1VvTVRNd05qUXNNQ2tpTHo0OGRYTmxJR1JoZEdFdFl6MGlOaklpSUhoc2FXNXJPbWh5WldZOUlpTk5TbGd0TVRJdFZFVllMVTR0TmpJaUlIUnlZVzV6Wm05eWJUMGlkSEpoYm5Oc1lYUmxLREV6TXpFMExEQXBJaTgrUEhWelpTQmtZWFJoTFdNOUlqWTFJaUI0YkdsdWF6cG9jbVZtUFNJalRVcFlMVEV5TFZSRldDMU9MVFkxSWlCMGNtRnVjMlp2Y20wOUluUnlZVzV6YkdGMFpTZ3hNemczTUN3d0tTSXZQangxYzJVZ1pHRjBZUzFqUFNJMk1TSWdlR3hwYm1zNmFISmxaajBpSTAxS1dDMHhNaTFVUlZndFRpMDJNU0lnZEhKaGJuTm1iM0p0UFNKMGNtRnVjMnhoZEdVb01UUXpNVFFzTUNraUx6NDhkWE5sSUdSaGRHRXRZejBpTmtRaUlIaHNhVzVyT21oeVpXWTlJaU5OU2xndE1USXRWRVZZTFU0dE5rUWlJSFJ5WVc1elptOXliVDBpZEhKaGJuTnNZWFJsS0RFME9ERTBMREFwSWk4K1BDOW5Qand2Wno0OEwyYytQR2NnWkdGMFlTMXRiV3d0Ym05a1pUMGliWFJ5SWlCMGNtRnVjMlp2Y20wOUluUnlZVzV6YkdGMFpTZ3dMQzAyTlRBcElqNDhaeUJrWVhSaExXMXRiQzF1YjJSbFBTSnRkR1FpUGp4bklHUmhkR0V0Ylcxc0xXNXZaR1U5SW0xemRXSWlQanhuSUdSaGRHRXRiVzFzTFc1dlpHVTlJbTFwSWo0OGRYTmxJR1JoZEdFdFl6MGlNVVEwTkVJaUlIaHNhVzVyT21oeVpXWTlJaU5OU2xndE1USXRWRVZZTFVrdE1VUTBORUlpTHo0OEwyYytQR2NnWkdGMFlTMXRiV3d0Ym05a1pUMGliV2tpSUhSeVlXNXpabTl5YlQwaWRISmhibk5zWVhSbEtEZzJNU3d0TVRVd0tTQnpZMkZzWlNnd0xqY3dOeWtpUGp4MWMyVWdaR0YwWVMxalBTSXhSRFExUVNJZ2VHeHBibXM2YUhKbFpqMGlJMDFLV0MweE1pMVVSVmd0U1MweFJEUTFRU0l2UGp3dlp6NDhMMmMrUEM5blBqeG5JR1JoZEdFdGJXMXNMVzV2WkdVOUltMTBaQ0lnZEhKaGJuTm1iM0p0UFNKMGNtRnVjMnhoZEdVb01UVXpNUzQ0TERBcElqNDhaeUJrWVhSaExXMXRiQzF1YjJSbFBTSnRhU0l2UGp4bklHUmhkR0V0Ylcxc0xXNXZaR1U5SW0xdklpQjBjbUZ1YzJadmNtMDlJblJ5WVc1emJHRjBaU2d5TnpjdU9Dd3dLU0krUEhWelpTQmtZWFJoTFdNOUlqTkJJaUI0YkdsdWF6cG9jbVZtUFNJalRVcFlMVEV5TFZSRldDMU9MVE5CSWk4K1BDOW5QanhuSUdSaGRHRXRiVzFzTFc1dlpHVTlJbTEwWlhoMElpQjBjbUZ1YzJadmNtMDlJblJ5WVc1emJHRjBaU2c0TXpNdU5pd3dLU0krUEhWelpTQmtZWFJoTFdNOUlqUXpJaUI0YkdsdWF6cG9jbVZtUFNJalRVcFlMVEV5TFZSRldDMU9MVFF6SWk4K1BIVnpaU0JrWVhSaExXTTlJall4SWlCNGJHbHVhenBvY21WbVBTSWpUVXBZTFRFeUxWUkZXQzFPTFRZeElpQjBjbUZ1YzJadmNtMDlJblJ5WVc1emJHRjBaU2czTWpJc01Da2lMejQ4ZFhObElHUmhkR0V0WXowaU5rTWlJSGhzYVc1ck9taHlaV1k5SWlOTlNsZ3RNVEl0VkVWWUxVNHROa01pSUhSeVlXNXpabTl5YlQwaWRISmhibk5zWVhSbEtERXlNaklzTUNraUx6NDhkWE5sSUdSaGRHRXRZejBpTmpNaUlIaHNhVzVyT21oeVpXWTlJaU5OU2xndE1USXRWRVZZTFU0dE5qTWlJSFJ5WVc1elptOXliVDBpZEhKaGJuTnNZWFJsS0RFMU1EQXNNQ2tpTHo0OGRYTmxJR1JoZEdFdFl6MGlOelVpSUhoc2FXNXJPbWh5WldZOUlpTk5TbGd0TVRJdFZFVllMVTR0TnpVaUlIUnlZVzV6Wm05eWJUMGlkSEpoYm5Oc1lYUmxLREU1TkRRc01Da2lMejQ4ZFhObElHUmhkR0V0WXowaU5rTWlJSGhzYVc1ck9taHlaV1k5SWlOTlNsZ3RNVEl0VkVWWUxVNHROa01pSUhSeVlXNXpabTl5YlQwaWRISmhibk5zWVhSbEtESTFNREFzTUNraUx6NDhkWE5sSUdSaGRHRXRZejBpTmpFaUlIaHNhVzVyT21oeVpXWTlJaU5OU2xndE1USXRWRVZZTFU0dE5qRWlJSFJ5WVc1elptOXliVDBpZEhKaGJuTnNZWFJsS0RJM056Z3NNQ2tpTHo0OGRYTmxJR1JoZEdFdFl6MGlOelFpSUhoc2FXNXJPbWh5WldZOUlpTk5TbGd0TVRJdFZFVllMVTR0TnpRaUlIUnlZVzV6Wm05eWJUMGlkSEpoYm5Oc1lYUmxLRE15Tnpnc01Da2lMejQ4ZFhObElHUmhkR0V0WXowaU5qVWlJSGhzYVc1ck9taHlaV1k5SWlOTlNsZ3RNVEl0VkVWWUxVNHROalVpSUhSeVlXNXpabTl5YlQwaWRISmhibk5zWVhSbEtETTJOamNzTUNraUx6NDhkWE5sSUdSaGRHRXRZejBpTmpRaUlIaHNhVzVyT21oeVpXWTlJaU5OU2xndE1USXRWRVZZTFU0dE5qUWlJSFJ5WVc1elptOXliVDBpZEhKaGJuTnNZWFJsS0RReE1URXNNQ2tpTHo0OGRYTmxJR1JoZEdFdFl6MGlNakFpSUhoc2FXNXJPbWh5WldZOUlpTk5TbGd0TVRJdFZFVllMVTR0TWpBaUlIUnlZVzV6Wm05eWJUMGlkSEpoYm5Oc1lYUmxLRFEyTmpjc01Da2lMejQ4ZFhObElHUmhkR0V0WXowaU56QWlJSGhzYVc1ck9taHlaV1k5SWlOTlNsZ3RNVEl0VkVWWUxVNHROekFpSUhSeVlXNXpabTl5YlQwaWRISmhibk5zWVhSbEtEUTVNVGNzTUNraUx6NDhkWE5sSUdSaGRHRXRZejBpTmtZaUlIaHNhVzVyT21oeVpXWTlJaU5OU2xndE1USXRWRVZZTFU0dE5rWWlJSFJ5WVc1elptOXliVDBpZEhKaGJuTnNZWFJsS0RVME56TXNNQ2tpTHo0OGRYTmxJR1JoZEdFdFl6MGlOek1pSUhoc2FXNXJPbWh5WldZOUlpTk5TbGd0TVRJdFZFVllMVTR0TnpNaUlIUnlZVzV6Wm05eWJUMGlkSEpoYm5Oc1lYUmxLRFU1TnpNc01Da2lMejQ4ZFhObElHUmhkR0V0WXowaU5qa2lJSGhzYVc1ck9taHlaV1k5SWlOTlNsZ3RNVEl0VkVWWUxVNHROamtpSUhSeVlXNXpabTl5YlQwaWRISmhibk5zWVhSbEtEWXpOamNzTUNraUx6NDhkWE5sSUdSaGRHRXRZejBpTnpRaUlIaHNhVzVyT21oeVpXWTlJaU5OU2xndE1USXRWRVZZTFU0dE56UWlJSFJ5WVc1elptOXliVDBpZEhKaGJuTnNZWFJsS0RZMk5EVXNNQ2tpTHo0OGRYTmxJR1JoZEdFdFl6MGlOamtpSUhoc2FXNXJPbWh5WldZOUlpTk5TbGd0TVRJdFZFVllMVTR0TmpraUlIUnlZVzV6Wm05eWJUMGlkSEpoYm5Oc1lYUmxLRGN3TXpRc01Da2lMejQ4ZFhObElHUmhkR0V0WXowaU5rWWlJSGhzYVc1ck9taHlaV1k5SWlOTlNsZ3RNVEl0VkVWWUxVNHROa1lpSUhSeVlXNXpabTl5YlQwaWRISmhibk5zWVhSbEtEY3pNVElzTUNraUx6NDhkWE5sSUdSaGRHRXRZejBpTmtVaUlIaHNhVzVyT21oeVpXWTlJaU5OU2xndE1USXRWRVZZTFU0dE5rVWlJSFJ5WVc1elptOXliVDBpZEhKaGJuTnNZWFJsS0RjNE1USXNNQ2tpTHo0OGRYTmxJR1JoZEdFdFl6MGlNakFpSUhoc2FXNXJPbWh5WldZOUlpTk5TbGd0TVRJdFZFVllMVTR0TWpBaUlIUnlZVzV6Wm05eWJUMGlkSEpoYm5Oc1lYUmxLRGd6Tmpnc01Da2lMejQ4ZFhObElHUmhkR0V0WXowaU5rWWlJSGhzYVc1ck9taHlaV1k5SWlOTlNsZ3RNVEl0VkVWWUxVNHROa1lpSUhSeVlXNXpabTl5YlQwaWRISmhibk5zWVhSbEtEZzJNVGdzTUNraUx6NDhkWE5sSUdSaGRHRXRZejBpTmpZaUlIaHNhVzVyT21oeVpXWTlJaU5OU2xndE1USXRWRVZZTFU0dE5qWWlJSFJ5WVc1elptOXliVDBpZEhKaGJuTnNZWFJsS0RreE1UZ3NNQ2tpTHo0OGRYTmxJR1JoZEdFdFl6MGlNakFpSUhoc2FXNXJPbWh5WldZOUlpTk5TbGd0TVRJdFZFVllMVTR0TWpBaUlIUnlZVzV6Wm05eWJUMGlkSEpoYm5Oc1lYUmxLRGswTWpRc01Da2lMejQ4ZFhObElHUmhkR0V0WXowaU56UWlJSGhzYVc1ck9taHlaV1k5SWlOTlNsZ3RNVEl0VkVWWUxVNHROelFpSUhSeVlXNXpabTl5YlQwaWRISmhibk5zWVhSbEtEazJOelFzTUNraUx6NDhkWE5sSUdSaGRHRXRZejBpTmpnaUlIaHNhVzVyT21oeVpXWTlJaU5OU2xndE1USXRWRVZZTFU0dE5qZ2lJSFJ5WVc1elptOXliVDBpZEhKaGJuTnNZWFJsS0RFd01EWXpMREFwSWk4K1BIVnpaU0JrWVhSaExXTTlJalkxSWlCNGJHbHVhenBvY21WbVBTSWpUVXBZTFRFeUxWUkZXQzFPTFRZMUlpQjBjbUZ1YzJadmNtMDlJblJ5WVc1emJHRjBaU2d4TURZeE9Td3dLU0l2UGp4MWMyVWdaR0YwWVMxalBTSXlNQ0lnZUd4cGJtczZhSEpsWmowaUkwMUtXQzB4TWkxVVJWZ3RUaTB5TUNJZ2RISmhibk5tYjNKdFBTSjBjbUZ1YzJ4aGRHVW9NVEV3TmpNc01Da2lMejQ4ZFhObElHUmhkR0V0WXowaU5qa2lJSGhzYVc1ck9taHlaV1k5SWlOTlNsZ3RNVEl0VkVWWUxVNHROamtpSUhSeVlXNXpabTl5YlQwaWRISmhibk5zWVhSbEtERXhNekV6TERBcElpOCtQSFZ6WlNCa1lYUmhMV005SWpaRklpQjRiR2x1YXpwb2NtVm1QU0lqVFVwWUxURXlMVlJGV0MxT0xUWkZJaUIwY21GdWMyWnZjbTA5SW5SeVlXNXpiR0YwWlNneE1UVTVNU3d3S1NJdlBqeDFjMlVnWkdGMFlTMWpQU0kyTXlJZ2VHeHBibXM2YUhKbFpqMGlJMDFLV0MweE1pMVVSVmd0VGkwMk15SWdkSEpoYm5ObWIzSnRQU0owY21GdWMyeGhkR1VvTVRJeE5EY3NNQ2tpTHo0OGRYTmxJR1JoZEdFdFl6MGlOamtpSUhoc2FXNXJPbWh5WldZOUlpTk5TbGd0TVRJdFZFVllMVTR0TmpraUlIUnlZVzV6Wm05eWJUMGlkSEpoYm5Oc1lYUmxLREV5TlRreExEQXBJaTgrUEhWelpTQmtZWFJoTFdNOUlqWTBJaUI0YkdsdWF6cG9jbVZtUFNJalRVcFlMVEV5TFZSRldDMU9MVFkwSWlCMGNtRnVjMlp2Y20wOUluUnlZVzV6YkdGMFpTZ3hNamcyT1N3d0tTSXZQangxYzJVZ1pHRjBZUzFqUFNJMk5TSWdlR3hwYm1zNmFISmxaajBpSTAxS1dDMHhNaTFVUlZndFRpMDJOU0lnZEhKaGJuTm1iM0p0UFNKMGNtRnVjMnhoZEdVb01UTTBNalVzTUNraUx6NDhkWE5sSUdSaGRHRXRZejBpTmtVaUlIaHNhVzVyT21oeVpXWTlJaU5OU2xndE1USXRWRVZZTFU0dE5rVWlJSFJ5WVc1elptOXliVDBpZEhKaGJuTnNZWFJsS0RFek9EWTVMREFwSWk4K1BIVnpaU0JrWVhSaExXTTlJamMwSWlCNGJHbHVhenBvY21WbVBTSWpUVXBZTFRFeUxWUkZXQzFPTFRjMElpQjBjbUZ1YzJadmNtMDlJblJ5WVc1emJHRjBaU2d4TkRReU5Td3dLU0l2UGp4MWMyVWdaR0YwWVMxalBTSXlNQ0lnZUd4cGJtczZhSEpsWmowaUkwMUtXQzB4TWkxVVJWZ3RUaTB5TUNJZ2RISmhibk5tYjNKdFBTSjBjbUZ1YzJ4aGRHVW9NVFE0TVRRc01Da2lMejQ4ZFhObElHUmhkR0V0WXowaU5qSWlJSGhzYVc1ck9taHlaV1k5SWlOTlNsZ3RNVEl0VkVWWUxVNHROaklpSUhSeVlXNXpabTl5YlQwaWRISmhibk5zWVhSbEtERTFNRFkwTERBcElpOCtQSFZ6WlNCa1lYUmhMV005SWpZMUlpQjRiR2x1YXpwb2NtVm1QU0lqVFVwWUxURXlMVlJGV0MxT0xUWTFJaUIwY21GdWMyWnZjbTA5SW5SeVlXNXpiR0YwWlNneE5UWXlNQ3d3S1NJdlBqeDFjMlVnWkdGMFlTMWpQU0kyTVNJZ2VHeHBibXM2YUhKbFpqMGlJMDFLV0MweE1pMVVSVmd0VGkwMk1TSWdkSEpoYm5ObWIzSnRQU0owY21GdWMyeGhkR1VvTVRZd05qUXNNQ2tpTHo0OGRYTmxJR1JoZEdFdFl6MGlOa1FpSUhoc2FXNXJPbWh5WldZOUlpTk5TbGd0TVRJdFZFVllMVTR0TmtRaUlIUnlZVzV6Wm05eWJUMGlkSEpoYm5Oc1lYUmxLREUyTlRZMExEQXBJaTgrUEM5blBqd3ZaejQ4TDJjK1BDOW5Qand2Wno0OEwyYytQQzl6ZG1jKyIsCgkiUmVhbFZpZXdTaXplSnNvbiIgOiAie1wiaGVpZ2h0XCI6ODAzLjU3MTM5NTg3NDAyMzQsXCJ3aWR0aFwiOjY5NjQuMjg1ODg4NjcxODc1fSIKfQo="/>
    </extobj>
    <extobj name="2384804F-3998-4D57-9195-F3826E402611-4">
      <extobjdata type="2384804F-3998-4D57-9195-F3826E402611" data="ewoJIkltZ1NldHRpbmdKc29uIiA6ICJ7XCJoZWlnaHRcIjozOS4yODU3MTQyODU3MTQyODUsXCJ3aWR0aFwiOjExMi40OTk5OTk5OTk5OTk5OX0iLAoJIkxhdGV4IiA6ICJcXERlbHRhIHggPSBMX3ggXFxjZG90IFxcZnJhY3tcXERlbHRhIEl9e0lfb30iLAoJIkxhdGV4SW1nQmFzZTY0IiA6ICJQSE4yWnlCNGJXeHVjejBpYUhSMGNEb3ZMM2QzZHk1M015NXZjbWN2TWpBd01DOXpkbWNpSUhkcFpIUm9QU0l4TkM0ME9UUmxlQ0lnYUdWcFoyaDBQU0kxTGpBMU9HVjRJaUJ5YjJ4bFBTSnBiV2NpSUdadlkzVnpZV0pzWlQwaVptRnNjMlVpSUhacFpYZENiM2c5SWpBZ0xURXpPVElnTmpRd05pNDFJREl5TXpVdU9DSWdlRzFzYm5NNmVHeHBibXM5SW1oMGRIQTZMeTkzZDNjdWR6TXViM0puTHpFNU9Ua3ZlR3hwYm1zaUlHRnlhV0V0YUdsa1pHVnVQU0owY25WbElpQnpkSGxzWlQwaWRtVnlkR2xqWVd3dFlXeHBaMjQ2SUMweExqa3dPV1Y0T3lCdFlYZ3RkMmxrZEdnNklEazRKVHNpUGp4a1pXWnpQanh3WVhSb0lHbGtQU0pOU2xndE9EY3RWRVZZTFU0dE16azBJaUJrUFNKTk5URWdNRkUwTmlBMElEUTJJRGRSTkRZZ09TQXlNVFVnTXpVM1ZETTRPQ0EzTURsUk16a3hJRGN4TmlBME1UWWdOekUyVVRRek9TQTNNVFlnTkRRMElEY3dPVkUwTkRjZ056QTFJRFl4TmlBek5UZFVOemcySURkUk56ZzJJRFFnTnpneElEQklOVEZhVFRVd055QXpORFJNTXpnMElEVTVOa3d4TXpjZ09USk1Nemd6SURreFNEWXpNRkUyTXpBZ09UTWdOVEEzSURNME5Gb2lMejQ4Y0dGMGFDQnBaRDBpVFVwWUxUZzNMVlJGV0MxSkxURkVORFkxSWlCa1BTSk5OVElnTWpnNVVUVTVJRE16TVNBeE1EWWdNemcyVkRJeU1pQTBOREpSTWpVM0lEUTBNaUF5T0RZZ05ESTBWRE15T1NBek56bFJNemN4SURRME1pQTBNekFnTkRReVVUUTJOeUEwTkRJZ05EazBJRFF5TUZRMU1qSWdNell4VVRVeU1pQXpNeklnTlRBNElETXhORlEwT0RFZ01qa3lWRFExT0NBeU9EaFJORE01SURJNE9DQTBNamNnTWprNVZEUXhOU0F6TWpoUk5ERTFJRE0zTkNBME5qVWdNemt4VVRRMU5DQTBNRFFnTkRJMUlEUXdORkUwTVRJZ05EQTBJRFF3TmlBME1ESlJNelk0SURNNE5pQXpOVEFnTXpNMlVUSTVNQ0F4TVRVZ01qa3dJRGM0VVRJNU1DQTFNQ0F6TURZZ016aFVNelF4SURJMlVUTTNPQ0F5TmlBME1UUWdOVGxVTkRZeklERTBNRkUwTmpZZ01UVXdJRFEyT1NBeE5URlVORGcxSURFMU0wZzBPRGxSTlRBMElERTFNeUExTURRZ01UUTFVVFV3TkNBeE5EUWdOVEF5SURFek5GRTBPRFlnTnpjZ05EUXdJRE16VkRNek15QXRNVEZSTWpZeklDMHhNU0F5TWpjZ05USlJNVGcySUMweE1DQXhNek1nTFRFd1NERXlOMUUzT0NBdE1UQWdOVGNnTVRaVU16VWdOekZSTXpVZ01UQXpJRFUwSURFeU0xUTVPU0F4TkROUk1UUXlJREUwTXlBeE5ESWdNVEF4VVRFME1pQTRNU0F4TXpBZ05qWlVNVEEzSURRMlZEazBJRFF4VERreElEUXdVVGt4SURNNUlEazNJRE0yVkRFeE15QXlPVlF4TXpJZ01qWlJNVFk0SURJMklERTVOQ0EzTVZFeU1ETWdPRGNnTWpFM0lERXpPVlF5TkRVZ01qUTNWREkyTVNBek1UTlJNalkySURNME1DQXlOallnTXpVeVVUSTJOaUF6T0RBZ01qVXhJRE01TWxReU1UY2dOREEwVVRFM055QTBNRFFnTVRReUlETTNNbFE1TXlBeU9UQlJPVEVnTWpneElEZzRJREk0TUZRM01pQXlOemhJTlRoUk5USWdNamcwSURVeUlESTRPVm9pTHo0OGNHRjBhQ0JwWkQwaVRVcFlMVGczTFZSRldDMU9MVE5FSWlCa1BTSk5OVFlnTXpRM1VUVTJJRE0yTUNBM01DQXpOamRJTnpBM1VUY3lNaUF6TlRrZ056SXlJRE0wTjFFM01qSWdNek0ySURjd09DQXpNamhNTXprd0lETXlOMGczTWxFMU5pQXpNeklnTlRZZ016UTNXazAxTmlBeE5UTlJOVFlnTVRZNElEY3lJREUzTTBnM01EaFJOekl5SURFMk15QTNNaklnTVRVelVUY3lNaUF4TkRBZ056QTNJREV6TTBnM01GRTFOaUF4TkRBZ05UWWdNVFV6V2lJdlBqeHdZWFJvSUdsa1BTSk5TbGd0T0RjdFZFVllMVWt0TVVRME0wWWlJR1E5SWsweU1qZ2dOak0zVVRFNU5DQTJNemNnTVRreUlEWTBNVkV4T1RFZ05qUXpJREU1TVNBMk5EbFJNVGt4SURZM015QXlNRElnTmpneVVUSXdOQ0EyT0RNZ01qRTNJRFk0TTFFeU56RWdOamd3SURNME5DQTJPREJSTkRnMUlEWTRNQ0ExTURZZ05qZ3pTRFV4T0ZFMU1qUWdOamMzSURVeU5DQTJOelJVTlRJeUlEWTFObEUxTVRjZ05qUXhJRFV4TXlBMk16ZElORGMxVVRRd05pQTJNellnTXprMElEWXlPRkV6T0RjZ05qSTBJRE00TUNBMk1EQlVNekV6SURNek5sRXlPVGNnTWpjeElESTNPU0F4T1RoVU1qVXlJRGc0VERJME15QTFNbEV5TkRNZ05EZ2dNalV5SURRNFZETXhNU0EwTmtnek1qaFJNell3SURRMklETTNPU0EwTjFRME1qZ2dOVFJVTkRjNElEY3lWRFV5TWlBeE1EWlVOVFkwSURFMk1WRTFPREFnTVRreElEVTVOQ0F5TWpoVU5qRXhJREkzTUZFMk1UWWdNamN6SURZeU9DQXlOek5JTmpReFVUWTBOeUF5TmpRZ05qUTNJREkyTWxRMk1qY2dNakF6VkRVNE15QTRNMVExTlRjZ09WRTFOVFVnTkNBMU5UTWdNMVExTXpjZ01GUTBPVFFnTFRGUk5EZ3pJQzB4SURReE9DQXRNVlF5T1RRZ01FZ3hNVFpSTXpJZ01DQXpNaUF4TUZFek1pQXhOeUF6TkNBeU5GRXpPU0EwTXlBME5DQTBOVkUwT0NBME5pQTFPU0EwTmtnMk5WRTVNaUEwTmlBeE1qVWdORGxSTVRNNUlEVXlJREUwTkNBMk1WRXhORGNnTmpVZ01qRTJJRE16T1ZReU9EVWdOakk0VVRJNE5TQTJNelVnTWpJNElEWXpOMW9pTHo0OGNHRjBhQ0JwWkQwaVRVcFlMVGczTFZSRldDMU9MVEl5UXpVaUlHUTlJazAzT0NBeU5UQlJOemdnTWpjMElEazFJREk1TWxReE16Z2dNekV3VVRFMk1pQXpNVEFnTVRnd0lESTVORlF4T1RrZ01qVXhVVEU1T1NBeU1qWWdNVGd5SURJd09GUXhNemtnTVRrd1ZEazJJREl3TjFRM09DQXlOVEJhSWk4K1BIQmhkR2dnYVdROUlrMUtXQzA0TnkxVVJWZ3RTUzB4UkRRelF5SWdaRDBpVFRReklERlJNallnTVNBeU5pQXhNRkV5TmlBeE1pQXlPU0F5TkZFek5DQTBNeUF6T1NBME5WRTBNaUEwTmlBMU5DQTBOa2cyTUZFeE1qQWdORFlnTVRNMklEVXpVVEV6TnlBMU15QXhNemdnTlRSUk1UUXpJRFUySURFME9TQTNOMVF4T1RnZ01qY3pVVEl4TUNBek1UZ2dNakUySURNME5GRXlPRFlnTmpJMElESTROaUEyTWpaUk1qZzBJRFl6TUNBeU9EUWdOak14VVRJM05DQTJNemNnTWpFeklEWXpOMGd4T1ROUk1UZzBJRFkwTXlBeE9Ea2dOall5VVRFNU15QTJOemNnTVRrMUlEWTRNRlF5TURrZ05qZ3pTREl4TTFFeU9EVWdOamd4SURNMU9TQTJPREZSTkRneElEWTRNU0EwT0RjZ05qZ3pTRFE1TjFFMU1EUWdOamMySURVd05DQTJOekpVTlRBeElEWTFOVlEwT1RRZ05qTTVVVFE1TVNBMk16Y2dORGN4SURZek4xRTBOREFnTmpNM0lEUXdOeUEyTXpSUk16a3pJRFl6TVNBek9EZ2dOakl6VVRNNE1TQTJNRGtnTXpNM0lEUXpNbEV6TWpZZ016ZzFJRE14TlNBek5ERlJNalExSURZMUlESTBOU0ExT1ZFeU5EVWdOVElnTWpVMUlEVXdWRE13TnlBME5rZ3pNemxSTXpRMUlETTRJRE0wTlNBek4xUXpORElnTVRsUk16TTRJRFlnTXpNeUlEQklNekUyVVRJM09TQXlJREUzT1NBeVVURTBNeUF5SURFeE15QXlWRFkxSURKVU5ETWdNVm9pTHo0OGNHRjBhQ0JwWkQwaVRVcFlMVGczTFZSRldDMUpMVEZFTkRWRElpQmtQU0pOTWpBeElDMHhNVkV4TWpZZ0xURXhJRGd3SURNNFZETTBJREUxTmxFek5DQXlNakVnTmpRZ01qYzVWREUwTmlBek9EQlJNakl5SURRME1TQXpNREVnTkRReFVUTXpNeUEwTkRFZ016UXhJRFEwTUZFek5UUWdORE0zSURNMk55QTBNek5VTkRBeUlEUXhOMVEwTXpnZ016ZzNWRFEyTkNBek16aFVORGMySURJMk9GRTBOellnTVRZeElETTVNQ0EzTlZReU1ERWdMVEV4V2sweE1qRWdNVEl3VVRFeU1TQTNNQ0F4TkRjZ05EaFVNakEySURJMlVUSTFNQ0F5TmlBeU9Ea2dOVGhVTXpVeElERTBNbEV6TmpBZ01UWXpJRE0zTkNBeU1UWlVNemc0SURNd09GRXpPRGdnTXpVeUlETTNNQ0F6TnpWUk16UTJJRFF3TlNBek1EWWdOREExVVRJME15QTBNRFVnTVRrMUlETTBOMUV4TlRnZ016QXpJREUwTUNBeU16QlVNVEl4SURFeU1Gb2lMejQ4TDJSbFpuTStQR2NnYzNSeWIydGxQU0pqZFhKeVpXNTBRMjlzYjNJaUlHWnBiR3c5SW1OMWNuSmxiblJEYjJ4dmNpSWdjM1J5YjJ0bExYZHBaSFJvUFNJd0lpQjBjbUZ1YzJadmNtMDlJbk5qWVd4bEtERXNMVEVwSWo0OFp5QmtZWFJoTFcxdGJDMXViMlJsUFNKdFlYUm9JajQ4WnlCa1lYUmhMVzF0YkMxdWIyUmxQU0p0YVNJK1BIVnpaU0JrWVhSaExXTTlJak01TkNJZ2VHeHBibXM2YUhKbFpqMGlJMDFLV0MwNE55MVVSVmd0VGkwek9UUWlMejQ4TDJjK1BHY2daR0YwWVMxdGJXd3RibTlrWlQwaWJXa2lJSFJ5WVc1elptOXliVDBpZEhKaGJuTnNZWFJsS0Rnek15d3dLU0krUEhWelpTQmtZWFJoTFdNOUlqRkVORFkxSWlCNGJHbHVhenBvY21WbVBTSWpUVXBZTFRnM0xWUkZXQzFKTFRGRU5EWTFJaTgrUEM5blBqeG5JR1JoZEdFdGJXMXNMVzV2WkdVOUltMXZJaUIwY21GdWMyWnZjbTA5SW5SeVlXNXpiR0YwWlNneE5qZ3lMamdzTUNraVBqeDFjMlVnWkdGMFlTMWpQU0l6UkNJZ2VHeHBibXM2YUhKbFpqMGlJMDFLV0MwNE55MVVSVmd0VGkwelJDSXZQand2Wno0OFp5QmtZWFJoTFcxdGJDMXViMlJsUFNKdGMzVmlJaUIwY21GdWMyWnZjbTA5SW5SeVlXNXpiR0YwWlNneU56TTRMallzTUNraVBqeG5JR1JoZEdFdGJXMXNMVzV2WkdVOUltMXBJajQ4ZFhObElHUmhkR0V0WXowaU1VUTBNMFlpSUhoc2FXNXJPbWh5WldZOUlpTk5TbGd0T0RjdFZFVllMVWt0TVVRME0wWWlMejQ4TDJjK1BHY2daR0YwWVMxdGJXd3RibTlrWlQwaWJXa2lJSFJ5WVc1elptOXliVDBpZEhKaGJuTnNZWFJsS0RjeE5Dd3RNVFV3S1NCelkyRnNaU2d3TGpjd055a2lQangxYzJVZ1pHRjBZUzFqUFNJeFJEUTJOU0lnZUd4cGJtczZhSEpsWmowaUkwMUtXQzA0TnkxVVJWZ3RTUzB4UkRRMk5TSXZQand2Wno0OEwyYytQR2NnWkdGMFlTMXRiV3d0Ym05a1pUMGliVzhpSUhSeVlXNXpabTl5YlQwaWRISmhibk5zWVhSbEtEUXhNamt1TWl3d0tTSStQSFZ6WlNCa1lYUmhMV005SWpJeVF6VWlJSGhzYVc1ck9taHlaV1k5SWlOTlNsZ3RPRGN0VkVWWUxVNHRNakpETlNJdlBqd3ZaejQ4WnlCa1lYUmhMVzF0YkMxdWIyUmxQU0p0Wm5KaFl5SWdkSEpoYm5ObWIzSnRQU0owY21GdWMyeGhkR1VvTkRZeU9TNDFMREFwSWo0OFp5QmtZWFJoTFcxdGJDMXViMlJsUFNKdGNtOTNJaUIwY21GdWMyWnZjbTA5SW5SeVlXNXpiR0YwWlNneU1qQXNOamMyS1NJK1BHY2daR0YwWVMxdGJXd3RibTlrWlQwaWJXa2lQangxYzJVZ1pHRjBZUzFqUFNJek9UUWlJSGhzYVc1ck9taHlaV1k5SWlOTlNsZ3RPRGN0VkVWWUxVNHRNemswSWk4K1BDOW5QanhuSUdSaGRHRXRiVzFzTFc1dlpHVTlJbTFwSWlCMGNtRnVjMlp2Y20wOUluUnlZVzV6YkdGMFpTZzRNek1zTUNraVBqeDFjMlVnWkdGMFlTMWpQU0l4UkRRelF5SWdlR3hwYm1zNmFISmxaajBpSTAxS1dDMDROeTFVUlZndFNTMHhSRFF6UXlJdlBqd3ZaejQ4TDJjK1BHY2daR0YwWVMxdGJXd3RibTlrWlQwaWJYTjFZaUlnZEhKaGJuTm1iM0p0UFNKMGNtRnVjMnhoZEdVb05EVTFMalVzTFRZNE5pa2lQanhuSUdSaGRHRXRiVzFzTFc1dlpHVTlJbTFwSWo0OGRYTmxJR1JoZEdFdFl6MGlNVVEwTTBNaUlIaHNhVzVyT21oeVpXWTlJaU5OU2xndE9EY3RWRVZZTFVrdE1VUTBNME1pTHo0OEwyYytQR2NnWkdGMFlTMXRiV3d0Ym05a1pUMGliV2tpSUhSeVlXNXpabTl5YlQwaWRISmhibk5zWVhSbEtEUTNNeXd0TVRVd0tTQnpZMkZzWlNnd0xqY3dOeWtpUGp4MWMyVWdaR0YwWVMxalBTSXhSRFExUXlJZ2VHeHBibXM2YUhKbFpqMGlJMDFLV0MwNE55MVVSVmd0U1MweFJEUTFReUl2UGp3dlp6NDhMMmMrUEhKbFkzUWdkMmxrZEdnOUlqRTFNemNpSUdobGFXZG9kRDBpTmpBaUlIZzlJakV5TUNJZ2VUMGlNakl3SWk4K1BDOW5Qand2Wno0OEwyYytQQzl6ZG1jKyIsCgkiUmVhbFZpZXdTaXplSnNvbiIgOiAie1wiaGVpZ2h0XCI6Nzg1LFwid2lkdGhcIjoyMjUwfSIKfQo="/>
    </extobj>
    <extobj name="2384804F-3998-4D57-9195-F3826E402611-5">
      <extobjdata type="2384804F-3998-4D57-9195-F3826E402611" data="ewoJIkltZ1NldHRpbmdKc29uIiA6ICJ7XCJoZWlnaHRcIjozOC4zOTI4NTcxNDI4NTcxNCxcIndpZHRoXCI6MTA4LjkyODU3MTQyODU3MTQyfSIsCgkiTGF0ZXgiIDogIlxcRGVsdGEgUiA9IExfeCBcXGNkb3QgXFxmcmFje0lfbn17SV9vfSIsCgkiTGF0ZXhJbWdCYXNlNjQiIDogIlBITjJaeUI0Yld4dWN6MGlhSFIwY0RvdkwzZDNkeTUzTXk1dmNtY3ZNakF3TUM5emRtY2lJSGRwWkhSb1BTSXhOQzR3TXpabGVDSWdhR1ZwWjJoMFBTSTBMams0TkdWNElpQnliMnhsUFNKcGJXY2lJR1p2WTNWellXSnNaVDBpWm1Gc2MyVWlJSFpwWlhkQ2IzZzlJakFnTFRFek5Ua2dOakl3TXk0M0lESXlNREl1T0NJZ2VHMXNibk02ZUd4cGJtczlJbWgwZEhBNkx5OTNkM2N1ZHpNdWIzSm5MekU1T1RrdmVHeHBibXNpSUdGeWFXRXRhR2xrWkdWdVBTSjBjblZsSWlCemRIbHNaVDBpZG1WeWRHbGpZV3d0WVd4cFoyNDZJQzB4TGprd09XVjRPeUJ0WVhndGQybGtkR2c2SURrNEpUc2lQanhrWldaelBqeHdZWFJvSUdsa1BTSk5TbGd0TlRFdFZFVllMVTR0TXprMElpQmtQU0pOTlRFZ01GRTBOaUEwSURRMklEZFJORFlnT1NBeU1UVWdNelUzVkRNNE9DQTNNRGxSTXpreElEY3hOaUEwTVRZZ056RTJVVFF6T1NBM01UWWdORFEwSURjd09WRTBORGNnTnpBMUlEWXhOaUF6TlRkVU56ZzJJRGRSTnpnMklEUWdOemd4SURCSU5URmFUVFV3TnlBek5EUk1NemcwSURVNU5rd3hNemNnT1RKTU16Z3pJRGt4U0RZek1GRTJNekFnT1RNZ05UQTNJRE0wTkZvaUx6NDhjR0YwYUNCcFpEMGlUVXBZTFRVeExWUkZXQzFKTFRGRU5EUTFJaUJrUFNKTk1qTXdJRFl6TjFFeU1ETWdOak0zSURFNU9DQTJNemhVTVRreklEWTBPVkV4T1RNZ05qYzJJREl3TkNBMk9ESlJNakEySURZNE15QXpOemdnTmpnelVUVTFNQ0EyT0RJZ05UWTBJRFk0TUZFMk1qQWdOamN5SURZMU9DQTJOVEpVTnpFeUlEWXdObFEzTXpNZ05UWXpWRGN6T1NBMU1qbFJOek01SURRNE5DQTNNVEFnTkRRMVZEWTBNeUF6T0RWVU5UYzJJRE0xTVZRMU16Z2dNek00VERVME5TQXpNek5STmpFeUlESTVOU0EyTVRJZ01qSXpVVFl4TWlBeU1USWdOakEzSURFMk1sUTJNRElnT0RCV056RlJOakF5SURVeklEWXdNeUEwTTFRMk1UUWdNalZVTmpRd0lERTJVVFkyT0NBeE5pQTJPRFlnTXpoVU56RXlJRGcxVVRjeE55QTVPU0EzTWpBZ01UQXlWRGN6TlNBeE1EVlJOelUxSURFd05TQTNOVFVnT1ROUk56VTFJRGMxSURjek1TQXpObEUyT1RNZ0xUSXhJRFkwTVNBdE1qRklOak15VVRVM01TQXRNakVnTlRNeElEUlVORGczSURneVVUUTROeUF4TURrZ05UQXlJREUyTmxRMU1UY2dNak01VVRVeE55QXlPVEFnTkRjMElETXhNMUUwTlRrZ016SXdJRFEwT1NBek1qRlVNemM0SURNeU0wZ3pNRGxNTWpjM0lERTVNMUV5TkRRZ05qRWdNalEwSURVNVVUSTBOQ0ExTlNBeU5EVWdOVFJVTWpVeUlEVXdWREkyT1NBME9GUXpNRElnTkRaSU16TXpVVE16T1NBek9DQXpNemtnTXpkVU16TTJJREU1VVRNek1pQTJJRE15TmlBd1NETXhNVkV5TnpVZ01pQXhPREFnTWxFeE5EWWdNaUF4TVRjZ01sUTNNU0F5VkRVd0lERlJNek1nTVNBek15QXhNRkV6TXlBeE1pQXpOaUF5TkZFME1TQTBNeUEwTmlBME5WRTFNQ0EwTmlBMk1TQTBOa2cyTjFFNU5DQTBOaUF4TWpjZ05EbFJNVFF4SURVeUlERTBOaUEyTVZFeE5Ea2dOalVnTWpFNElETXpPVlF5T0RjZ05qSTRVVEk0TnlBMk16VWdNak13SURZek4xcE5Oak13SURVMU5GRTJNekFnTlRnMklEWXdPU0EyTURoVU5USXpJRFl6TmxFMU1qRWdOak0ySURVd01DQTJNelpVTkRZeUlEWXpOMGcwTkRCUk16a3pJRFl6TnlBek9EWWdOakkzVVRNNE5TQTJNalFnTXpVeUlEUTVORlF6TVRrZ016WXhVVE14T1NBek5qQWdNemc0SURNMk1GRTBOallnTXpZeElEUTVNaUF6TmpkUk5UVTJJRE0zTnlBMU9USWdOREkyVVRZd09DQTBORGtnTmpFNUlEUTRObFEyTXpBZ05UVTBXaUl2UGp4d1lYUm9JR2xrUFNKTlNsZ3ROVEV0VkVWWUxVNHRNMFFpSUdROUlrMDFOaUF6TkRkUk5UWWdNell3SURjd0lETTJOMGczTURkUk56SXlJRE0xT1NBM01qSWdNelEzVVRjeU1pQXpNellnTnpBNElETXlPRXd6T1RBZ016STNTRGN5VVRVMklETXpNaUExTmlBek5EZGFUVFUySURFMU0xRTFOaUF4TmpnZ056SWdNVGN6U0Rjd09GRTNNaklnTVRZeklEY3lNaUF4TlROUk56SXlJREUwTUNBM01EY2dNVE16U0Rjd1VUVTJJREUwTUNBMU5pQXhOVE5hSWk4K1BIQmhkR2dnYVdROUlrMUtXQzAxTVMxVVJWZ3RTUzB4UkRRelJpSWdaRDBpVFRJeU9DQTJNemRSTVRrMElEWXpOeUF4T1RJZ05qUXhVVEU1TVNBMk5ETWdNVGt4SURZME9WRXhPVEVnTmpjeklESXdNaUEyT0RKUk1qQTBJRFk0TXlBeU1UY2dOamd6VVRJM01TQTJPREFnTXpRMElEWTRNRkUwT0RVZ05qZ3dJRFV3TmlBMk9ETklOVEU0VVRVeU5DQTJOemNnTlRJMElEWTNORlExTWpJZ05qVTJVVFV4TnlBMk5ERWdOVEV6SURZek4wZzBOelZSTkRBMklEWXpOaUF6T1RRZ05qSTRVVE00TnlBMk1qUWdNemd3SURZd01GUXpNVE1nTXpNMlVUSTVOeUF5TnpFZ01qYzVJREU1T0ZReU5USWdPRGhNTWpReklEVXlVVEkwTXlBME9DQXlOVElnTkRoVU16RXhJRFEyU0RNeU9GRXpOakFnTkRZZ016YzVJRFEzVkRReU9DQTFORlEwTnpnZ056SlVOVEl5SURFd05sUTFOalFnTVRZeFVUVTRNQ0F4T1RFZ05UazBJREl5T0ZRMk1URWdNamN3VVRZeE5pQXlOek1nTmpJNElESTNNMGcyTkRGUk5qUTNJREkyTkNBMk5EY2dNall5VkRZeU55QXlNRE5VTlRneklEZ3pWRFUxTnlBNVVUVTFOU0EwSURVMU15QXpWRFV6TnlBd1ZEUTVOQ0F0TVZFME9ETWdMVEVnTkRFNElDMHhWREk1TkNBd1NERXhObEV6TWlBd0lETXlJREV3VVRNeUlERTNJRE0wSURJMFVUTTVJRFF6SURRMElEUTFVVFE0SURRMklEVTVJRFEyU0RZMVVUa3lJRFEySURFeU5TQTBPVkV4TXprZ05USWdNVFEwSURZeFVURTBOeUEyTlNBeU1UWWdNek01VkRJNE5TQTJNamhSTWpnMUlEWXpOU0F5TWpnZ05qTTNXaUl2UGp4d1lYUm9JR2xrUFNKTlNsZ3ROVEV0VkVWWUxVa3RNVVEwTmpVaUlHUTlJazAxTWlBeU9EbFJOVGtnTXpNeElERXdOaUF6T0RaVU1qSXlJRFEwTWxFeU5UY2dORFF5SURJNE5pQTBNalJVTXpJNUlETTNPVkV6TnpFZ05EUXlJRFF6TUNBME5ESlJORFkzSURRME1pQTBPVFFnTkRJd1ZEVXlNaUF6TmpGUk5USXlJRE16TWlBMU1EZ2dNekUwVkRRNE1TQXlPVEpVTkRVNElESTRPRkUwTXprZ01qZzRJRFF5TnlBeU9UbFVOREUxSURNeU9GRTBNVFVnTXpjMElEUTJOU0F6T1RGUk5EVTBJRFF3TkNBME1qVWdOREEwVVRReE1pQTBNRFFnTkRBMklEUXdNbEV6TmpnZ016ZzJJRE0xTUNBek16WlJNamt3SURFeE5TQXlPVEFnTnpoUk1qa3dJRFV3SURNd05pQXpPRlF6TkRFZ01qWlJNemM0SURJMklEUXhOQ0ExT1ZRME5qTWdNVFF3VVRRMk5pQXhOVEFnTkRZNUlERTFNVlEwT0RVZ01UVXpTRFE0T1ZFMU1EUWdNVFV6SURVd05DQXhORFZSTlRBMElERTBOQ0ExTURJZ01UTTBVVFE0TmlBM055QTBOREFnTXpOVU16TXpJQzB4TVZFeU5qTWdMVEV4SURJeU55QTFNbEV4T0RZZ0xURXdJREV6TXlBdE1UQklNVEkzVVRjNElDMHhNQ0ExTnlBeE5sUXpOU0EzTVZFek5TQXhNRE1nTlRRZ01USXpWRGs1SURFME0xRXhORElnTVRReklERTBNaUF4TURGUk1UUXlJRGd4SURFek1DQTJObFF4TURjZ05EWlVPVFFnTkRGTU9URWdOREJST1RFZ016a2dPVGNnTXpaVU1URXpJREk1VkRFek1pQXlObEV4TmpnZ01qWWdNVGswSURjeFVUSXdNeUE0TnlBeU1UY2dNVE01VkRJME5TQXlORGRVTWpZeElETXhNMUV5TmpZZ016UXdJREkyTmlBek5USlJNalkySURNNE1DQXlOVEVnTXpreVZESXhOeUEwTURSUk1UYzNJRFF3TkNBeE5ESWdNemN5VkRreklESTVNRkU1TVNBeU9ERWdPRGdnTWpnd1ZEY3lJREkzT0VnMU9GRTFNaUF5T0RRZ05USWdNamc1V2lJdlBqeHdZWFJvSUdsa1BTSk5TbGd0TlRFdFZFVllMVTR0TWpKRE5TSWdaRDBpVFRjNElESTFNRkUzT0NBeU56UWdPVFVnTWpreVZERXpPQ0F6TVRCUk1UWXlJRE14TUNBeE9EQWdNamswVkRFNU9TQXlOVEZSTVRrNUlESXlOaUF4T0RJZ01qQTRWREV6T1NBeE9UQlVPVFlnTWpBM1ZEYzRJREkxTUZvaUx6NDhjR0YwYUNCcFpEMGlUVXBZTFRVeExWUkZXQzFKTFRGRU5ETkRJaUJrUFNKTk5ETWdNVkV5TmlBeElESTJJREV3VVRJMklERXlJREk1SURJMFVUTTBJRFF6SURNNUlEUTFVVFF5SURRMklEVTBJRFEyU0RZd1VURXlNQ0EwTmlBeE16WWdOVE5STVRNM0lEVXpJREV6T0NBMU5GRXhORE1nTlRZZ01UUTVJRGMzVkRFNU9DQXlOek5STWpFd0lETXhPQ0F5TVRZZ016UTBVVEk0TmlBMk1qUWdNamcySURZeU5sRXlPRFFnTmpNd0lESTROQ0EyTXpGUk1qYzBJRFl6TnlBeU1UTWdOak0zU0RFNU0xRXhPRFFnTmpReklERTRPU0EyTmpKUk1Ua3pJRFkzTnlBeE9UVWdOamd3VkRJd09TQTJPRE5JTWpFelVUSTROU0EyT0RFZ016VTVJRFk0TVZFME9ERWdOamd4SURRNE55QTJPRE5JTkRrM1VUVXdOQ0EyTnpZZ05UQTBJRFkzTWxRMU1ERWdOalUxVkRRNU5DQTJNemxSTkRreElEWXpOeUEwTnpFZ05qTTNVVFEwTUNBMk16Y2dOREEzSURZek5GRXpPVE1nTmpNeElETTRPQ0EyTWpOUk16Z3hJRFl3T1NBek16Y2dORE15VVRNeU5pQXpPRFVnTXpFMUlETTBNVkV5TkRVZ05qVWdNalExSURVNVVUSTBOU0ExTWlBeU5UVWdOVEJVTXpBM0lEUTJTRE16T1ZFek5EVWdNemdnTXpRMUlETTNWRE0wTWlBeE9WRXpNemdnTmlBek16SWdNRWd6TVRaUk1qYzVJRElnTVRjNUlESlJNVFF6SURJZ01URXpJREpVTmpVZ01sUTBNeUF4V2lJdlBqeHdZWFJvSUdsa1BTSk5TbGd0TlRFdFZFVllMVWt0TVVRME5VSWlJR1E5SWsweU1TQXlPRGRSTWpJZ01qa3pJREkwSURNd00xUXpOaUF6TkRGVU5UWWdNemc0VkRnNUlEUXlOVlF4TXpVZ05EUXlVVEUzTVNBME5ESWdNVGsxSURReU5GUXlNalVnTXprd1ZESXpNU0F6TmpsUk1qTXhJRE0yTnlBeU16SWdNelkzVERJME15QXpOemhSTXpBMElEUTBNaUF6T0RJZ05EUXlVVFF6TmlBME5ESWdORFk1SURReE5WUTFNRE1nTXpNMlZEUTJOU0F4TnpsVU5ESTNJRFV5VVRReU55QXlOaUEwTkRRZ01qWlJORFV3SURJMklEUTFNeUF5TjFFME9ESWdNeklnTlRBMUlEWTFWRFUwTUNBeE5EVlJOVFF5SURFMU15QTFOakFnTVRVelVUVTRNQ0F4TlRNZ05UZ3dJREUwTlZFMU9EQWdNVFEwSURVM05pQXhNekJSTlRZNElERXdNU0ExTlRRZ056TlVOVEE0SURFM1ZEUXpPU0F0TVRCUk16a3lJQzB4TUNBek56RWdNVGRVTXpVd0lEY3pVVE0xTUNBNU1pQXpPRFlnTVRrelZEUXlNeUF6TkRWUk5ESXpJRFF3TkNBek56a2dOREEwU0RNM05GRXlPRGdnTkRBMElESXlPU0F6TUROTU1qSXlJREk1TVV3eE9Ea2dNVFUzVVRFMU5pQXlOaUF4TlRFZ01UWlJNVE00SUMweE1TQXhNRGdnTFRFeFVUazFJQzB4TVNBNE55QXROVlEzTmlBM1ZEYzBJREUzVVRjMElETXdJREV4TWlBeE9EQlVNVFV5SURNME0xRXhOVE1nTXpRNElERTFNeUF6TmpaUk1UVXpJRFF3TlNBeE1qa2dOREExVVRreElEUXdOU0EyTmlBek1EVlJOakFnTWpnMUlEWXdJREk0TkZFMU9DQXlOemdnTkRFZ01qYzRTREkzVVRJeElESTROQ0F5TVNBeU9EZGFJaTgrUEhCaGRHZ2dhV1E5SWsxS1dDMDFNUzFVUlZndFNTMHhSRFExUXlJZ1pEMGlUVEl3TVNBdE1URlJNVEkySUMweE1TQTRNQ0F6T0ZRek5DQXhOVFpSTXpRZ01qSXhJRFkwSURJM09WUXhORFlnTXpnd1VUSXlNaUEwTkRFZ016QXhJRFEwTVZFek16TWdORFF4SURNME1TQTBOREJSTXpVMElEUXpOeUF6TmpjZ05ETXpWRFF3TWlBME1UZFVORE00SURNNE4xUTBOalFnTXpNNFZEUTNOaUF5TmpoUk5EYzJJREUyTVNBek9UQWdOelZVTWpBeElDMHhNVnBOTVRJeElERXlNRkV4TWpFZ056QWdNVFEzSURRNFZESXdOaUF5TmxFeU5UQWdNallnTWpnNUlEVTRWRE0xTVNBeE5ESlJNell3SURFMk15QXpOelFnTWpFMlZETTRPQ0F6TURoUk16ZzRJRE0xTWlBek56QWdNemMxVVRNME5pQTBNRFVnTXpBMklEUXdOVkV5TkRNZ05EQTFJREU1TlNBek5EZFJNVFU0SURNd015QXhOREFnTWpNd1ZERXlNU0F4TWpCYUlpOCtQQzlrWldaelBqeG5JSE4wY205clpUMGlZM1Z5Y21WdWRFTnZiRzl5SWlCbWFXeHNQU0pqZFhKeVpXNTBRMjlzYjNJaUlITjBjbTlyWlMxM2FXUjBhRDBpTUNJZ2RISmhibk5tYjNKdFBTSnpZMkZzWlNneExDMHhLU0krUEdjZ1pHRjBZUzF0Yld3dGJtOWtaVDBpYldGMGFDSStQR2NnWkdGMFlTMXRiV3d0Ym05a1pUMGliV2tpUGp4MWMyVWdaR0YwWVMxalBTSXpPVFFpSUhoc2FXNXJPbWh5WldZOUlpTk5TbGd0TlRFdFZFVllMVTR0TXprMElpOCtQQzluUGp4bklHUmhkR0V0Ylcxc0xXNXZaR1U5SW0xcElpQjBjbUZ1YzJadmNtMDlJblJ5WVc1emJHRjBaU2c0TXpNc01Da2lQangxYzJVZ1pHRjBZUzFqUFNJeFJEUTBOU0lnZUd4cGJtczZhSEpsWmowaUkwMUtXQzAxTVMxVVJWZ3RTUzB4UkRRME5TSXZQand2Wno0OFp5QmtZWFJoTFcxdGJDMXViMlJsUFNKdGJ5SWdkSEpoYm5ObWIzSnRQU0owY21GdWMyeGhkR1VvTVRnMk9TNDRMREFwSWo0OGRYTmxJR1JoZEdFdFl6MGlNMFFpSUhoc2FXNXJPbWh5WldZOUlpTk5TbGd0TlRFdFZFVllMVTR0TTBRaUx6NDhMMmMrUEdjZ1pHRjBZUzF0Yld3dGJtOWtaVDBpYlhOMVlpSWdkSEpoYm5ObWIzSnRQU0owY21GdWMyeGhkR1VvTWpreU5TNDJMREFwSWo0OFp5QmtZWFJoTFcxdGJDMXViMlJsUFNKdGFTSStQSFZ6WlNCa1lYUmhMV005SWpGRU5ETkdJaUI0YkdsdWF6cG9jbVZtUFNJalRVcFlMVFV4TFZSRldDMUpMVEZFTkROR0lpOCtQQzluUGp4bklHUmhkR0V0Ylcxc0xXNXZaR1U5SW0xcElpQjBjbUZ1YzJadmNtMDlJblJ5WVc1emJHRjBaU2czTVRRc0xURTFNQ2tnYzJOaGJHVW9NQzQzTURjcElqNDhkWE5sSUdSaGRHRXRZejBpTVVRME5qVWlJSGhzYVc1ck9taHlaV1k5SWlOTlNsZ3ROVEV0VkVWWUxVa3RNVVEwTmpVaUx6NDhMMmMrUEM5blBqeG5JR1JoZEdFdGJXMXNMVzV2WkdVOUltMXZJaUIwY21GdWMyWnZjbTA5SW5SeVlXNXpiR0YwWlNnME16RTJMaklzTUNraVBqeDFjMlVnWkdGMFlTMWpQU0l5TWtNMUlpQjRiR2x1YXpwb2NtVm1QU0lqVFVwWUxUVXhMVlJGV0MxT0xUSXlRelVpTHo0OEwyYytQR2NnWkdGMFlTMXRiV3d0Ym05a1pUMGliV1p5WVdNaUlIUnlZVzV6Wm05eWJUMGlkSEpoYm5Oc1lYUmxLRFE0TVRZdU5Td3dLU0krUEdjZ1pHRjBZUzF0Yld3dGJtOWtaVDBpYlhOMVlpSWdkSEpoYm5ObWIzSnRQU0owY21GdWMyeGhkR1VvTWpJd0xEWTNOaWtpUGp4bklHUmhkR0V0Ylcxc0xXNXZaR1U5SW0xcElqNDhkWE5sSUdSaGRHRXRZejBpTVVRME0wTWlJSGhzYVc1ck9taHlaV1k5SWlOTlNsZ3ROVEV0VkVWWUxVa3RNVVEwTTBNaUx6NDhMMmMrUEdjZ1pHRjBZUzF0Yld3dGJtOWtaVDBpYldraUlIUnlZVzV6Wm05eWJUMGlkSEpoYm5Oc1lYUmxLRFEzTXl3dE1UVXdLU0J6WTJGc1pTZ3dMamN3TnlraVBqeDFjMlVnWkdGMFlTMWpQU0l4UkRRMVFpSWdlR3hwYm1zNmFISmxaajBpSTAxS1dDMDFNUzFVUlZndFNTMHhSRFExUWlJdlBqd3ZaejQ4TDJjK1BHY2daR0YwWVMxdGJXd3RibTlrWlQwaWJYTjFZaUlnZEhKaGJuTm1iM0p0UFNKMGNtRnVjMnhoZEdVb01qWXdMamNzTFRZNE5pa2lQanhuSUdSaGRHRXRiVzFzTFc1dlpHVTlJbTFwSWo0OGRYTmxJR1JoZEdFdFl6MGlNVVEwTTBNaUlIaHNhVzVyT21oeVpXWTlJaU5OU2xndE5URXRWRVZZTFVrdE1VUTBNME1pTHo0OEwyYytQR2NnWkdGMFlTMXRiV3d0Ym05a1pUMGliV2tpSUhSeVlXNXpabTl5YlQwaWRISmhibk5zWVhSbEtEUTNNeXd0TVRVd0tTQnpZMkZzWlNnd0xqY3dOeWtpUGp4MWMyVWdaR0YwWVMxalBTSXhSRFExUXlJZ2VHeHBibXM2YUhKbFpqMGlJMDFLV0MwMU1TMVVSVmd0U1MweFJEUTFReUl2UGp3dlp6NDhMMmMrUEhKbFkzUWdkMmxrZEdnOUlqRXhORGN1TXlJZ2FHVnBaMmgwUFNJMk1DSWdlRDBpTVRJd0lpQjVQU0l5TWpBaUx6NDhMMmMrUEM5blBqd3ZaejQ4TDNOMlp6ND0iLAoJIlJlYWxWaWV3U2l6ZUpzb24iIDogIntcImhlaWdodFwiOjc3NCxcIndpZHRoXCI6MjE3OX0iCn0K"/>
    </extobj>
    <extobj name="2384804F-3998-4D57-9195-F3826E402611-6">
      <extobjdata type="2384804F-3998-4D57-9195-F3826E402611" data="ewoJIkltZ1NldHRpbmdKc29uIiA6ICJ7XCJoZWlnaHRcIjoxMDguOTI4NTcxNDI4NTcxNDIsXCJ3aWR0aFwiOjQyNC45OTk5OTk5OTk5OTk5NH0iLAoJIkxhdGV4IiA6ICJcXGJlZ2lue2FsaWdufVxuXFxEZWx0YSB4ICY6XFx0ZXh0e1Bvc2l0aW9uYWwgY2hhbmdlIGZyb20gZWxlY3RyaWNhbCBjZW50ZXIgb2YgdGhlIFBTRH0gXFxcXFxuTF94ICY6IFxcdGV4dHtSZXNpc3RhbmNlIGxlbmd0aCBvZiB0aGUgUFNEfSBcXFxcXG5cXERlbHRhIEkgJjogXFx0ZXh0e0NoYW5nZSBpbiBvdXRwdXQgY3VycmVudH0gXFxcXFxuSV9vICY6IFxcdGV4dHtUb3RhbCBjdXJyZW50IGFjcm9zcyBlbGVjdHJvZGVzfSBcXFxcXG5JX24gJjogXFx0ZXh0e05vaXNlIGN1cnJlbnR9XG5cXGVuZHthbGlnbn0iLAoJIkxhdGV4SW1nQmFzZTY0IiA6ICJQSE4yWnlCNGJXeHVjejBpYUhSMGNEb3ZMM2QzZHk1M015NXZjbWN2TWpBd01DOXpkbWNpSUhkcFpIUm9QU0kxTkM0MU9USmxlQ0lnYUdWcFoyaDBQU0l4TkM0d01qZGxlQ0lnY205c1pUMGlhVzFuSWlCbWIyTjFjMkZpYkdVOUltWmhiSE5sSWlCMmFXVjNRbTk0UFNJd0lDMHpNelV3SURJME1USTVMallnTmpJd01DSWdlRzFzYm5NNmVHeHBibXM5SW1oMGRIQTZMeTkzZDNjdWR6TXViM0puTHpFNU9Ua3ZlR3hwYm1zaUlHRnlhV0V0YUdsa1pHVnVQU0owY25WbElpQnpkSGxzWlQwaWRtVnlkR2xqWVd3dFlXeHBaMjQ2SUMwMkxqUTBPR1Y0T3lCdFlYZ3RkMmxrZEdnNklEazRKVHNpUGp4a1pXWnpQanh3WVhSb0lHbGtQU0pOU2xndE5EUTVMVlJGV0MxT0xUTTVOQ0lnWkQwaVRUVXhJREJSTkRZZ05DQTBOaUEzVVRRMklEa2dNakUxSURNMU4xUXpPRGdnTnpBNVVUTTVNU0EzTVRZZ05ERTJJRGN4TmxFME16a2dOekUySURRME5DQTNNRGxSTkRRM0lEY3dOU0EyTVRZZ016VTNWRGM0TmlBM1VUYzROaUEwSURjNE1TQXdTRFV4V2swMU1EY2dNelEwVERNNE5DQTFPVFpNTVRNM0lEa3lURE00TXlBNU1VZzJNekJSTmpNd0lEa3pJRFV3TnlBek5EUmFJaTgrUEhCaGRHZ2dhV1E5SWsxS1dDMDBORGt0VkVWWUxVa3RNVVEwTmpVaUlHUTlJazAxTWlBeU9EbFJOVGtnTXpNeElERXdOaUF6T0RaVU1qSXlJRFEwTWxFeU5UY2dORFF5SURJNE5pQTBNalJVTXpJNUlETTNPVkV6TnpFZ05EUXlJRFF6TUNBME5ESlJORFkzSURRME1pQTBPVFFnTkRJd1ZEVXlNaUF6TmpGUk5USXlJRE16TWlBMU1EZ2dNekUwVkRRNE1TQXlPVEpVTkRVNElESTRPRkUwTXprZ01qZzRJRFF5TnlBeU9UbFVOREUxSURNeU9GRTBNVFVnTXpjMElEUTJOU0F6T1RGUk5EVTBJRFF3TkNBME1qVWdOREEwVVRReE1pQTBNRFFnTkRBMklEUXdNbEV6TmpnZ016ZzJJRE0xTUNBek16WlJNamt3SURFeE5TQXlPVEFnTnpoUk1qa3dJRFV3SURNd05pQXpPRlF6TkRFZ01qWlJNemM0SURJMklEUXhOQ0ExT1ZRME5qTWdNVFF3VVRRMk5pQXhOVEFnTkRZNUlERTFNVlEwT0RVZ01UVXpTRFE0T1ZFMU1EUWdNVFV6SURVd05DQXhORFZSTlRBMElERTBOQ0ExTURJZ01UTTBVVFE0TmlBM055QTBOREFnTXpOVU16TXpJQzB4TVZFeU5qTWdMVEV4SURJeU55QTFNbEV4T0RZZ0xURXdJREV6TXlBdE1UQklNVEkzVVRjNElDMHhNQ0ExTnlBeE5sUXpOU0EzTVZFek5TQXhNRE1nTlRRZ01USXpWRGs1SURFME0xRXhORElnTVRReklERTBNaUF4TURGUk1UUXlJRGd4SURFek1DQTJObFF4TURjZ05EWlVPVFFnTkRGTU9URWdOREJST1RFZ016a2dPVGNnTXpaVU1URXpJREk1VkRFek1pQXlObEV4TmpnZ01qWWdNVGswSURjeFVUSXdNeUE0TnlBeU1UY2dNVE01VkRJME5TQXlORGRVTWpZeElETXhNMUV5TmpZZ016UXdJREkyTmlBek5USlJNalkySURNNE1DQXlOVEVnTXpreVZESXhOeUEwTURSUk1UYzNJRFF3TkNBeE5ESWdNemN5VkRreklESTVNRkU1TVNBeU9ERWdPRGdnTWpnd1ZEY3lJREkzT0VnMU9GRTFNaUF5T0RRZ05USWdNamc1V2lJdlBqeHdZWFJvSUdsa1BTSk5TbGd0TkRRNUxWUkZXQzFPTFROQklpQmtQU0pOTnpnZ016Y3dVVGM0SURNNU5DQTVOU0EwTVRKVU1UTTRJRFF6TUZFeE5qSWdORE13SURFNE1DQTBNVFJVTVRrNUlETTNNVkV4T1RrZ016UTJJREU0TWlBek1qaFVNVE01SURNeE1GUTVOaUF6TWpkVU56Z2dNemN3V2swM09DQTJNRkUzT0NBNE5DQTVOU0F4TURKVU1UTTRJREV5TUZFeE5qSWdNVEl3SURFNE1DQXhNRFJVTVRrNUlEWXhVVEU1T1NBek5pQXhPRElnTVRoVU1UTTVJREJVT1RZZ01UZFVOemdnTmpCYUlpOCtQSEJoZEdnZ2FXUTlJazFLV0MwME5Ea3RWRVZZTFU0dE5UQWlJR1E5SWsweE16QWdOakl5VVRFeU15QTJNamtnTVRFNUlEWXpNVlF4TURNZ05qTTBWRFl3SURZek4wZ3lOMVkyT0ROSU1qRTBVVEl6TnlBMk9ETWdNamMySURZNE0xUXpNekVnTmpnMFVUUXhPU0EyT0RRZ05EY3hJRFkzTVZRMU5qY2dOakUyVVRZeU5DQTFOak1nTmpJMElEUTRPVkUyTWpRZ05ESXhJRFUzTXlBek56SlVORFV4SURNd04xRTBNamtnTXpBeUlETXlPQ0F6TURGSU1qTTBWakU0TVZFeU16UWdOaklnTWpNM0lEVTRVVEkwTlNBME55QXpNRFFnTkRaSU16TTNWakJJTXpJMlVUTXdOU0F6SURFNE1pQXpVVFEzSURNZ016Z2dNRWd5TjFZME5rZzJNRkV4TURJZ05EY2dNVEV4SURRNVZERXpNQ0EyTVZZMk1qSmFUVFV3TnlBME9EaFJOVEEzSURVeE5DQTFNRFlnTlRJNFZEVXdNQ0ExTmpSVU5EZ3pJRFU1TjFRME5UQWdOakl3VkRNNU55QTJNelZSTXpnMUlEWXpOeUF6TURjZ05qTTNTREk0TmxFeU16Y2dOak0zSURJek5DQTJNamhSTWpNeElEWXlOQ0F5TXpFZ05EZ3pWak0wTWtnek1ESklNek01VVRNNU1DQXpORElnTkRJeklETTBPVlEwT0RFZ016Z3lVVFV3TnlBME1URWdOVEEzSURRNE9Gb2lMejQ4Y0dGMGFDQnBaRDBpVFVwWUxUUTBPUzFVUlZndFRpMDJSaUlnWkQwaVRUSTRJREl4TkZFeU9DQXpNRGtnT1RNZ016YzRWREkxTUNBME5EaFJNelF3SURRME9DQTBNRFVnTXpnd1ZEUTNNU0F5TVRWUk5EY3hJREV5TUNBME1EY2dOVFZVTWpVd0lDMHhNRkV4TlRNZ0xURXdJRGt4SURVM1ZESTRJREl4TkZwTk1qVXdJRE13VVRNM01pQXpNQ0F6TnpJZ01Ua3pWakl5TlZZeU5UQlJNemN5SURJM01pQXpOekVnTWpnNFZETTJOQ0F6TWpaVU16UTRJRE0yTWxRek1UY2dNemt3VkRJMk9DQTBNVEJSTWpZeklEUXhNU0F5TlRJZ05ERXhVVEl5TWlBME1URWdNVGsxSURNNU9WRXhOVElnTXpjM0lERXpPU0F6TXpoVU1USTJJREkwTmxZeU1qWlJNVEkySURFek1DQXhORFVnT1RGUk1UYzNJRE13SURJMU1DQXpNRm9pTHo0OGNHRjBhQ0JwWkQwaVRVcFlMVFEwT1MxVVJWZ3RUaTAzTXlJZ1pEMGlUVEk1TlNBek1UWlJNamsxSURNMU5pQXlOamdnTXpnMVZERTVNQ0EwTVRSUk1UVTBJRFF4TkNBeE1qZ2dOREF4VVRrNElETTRNaUE1T0NBek5EbFJPVGNnTXpRMElEazRJRE16TmxReE1UUWdNekV5VkRFMU55QXlPRGRSTVRjMUlESTRNaUF5TURFZ01qYzRWREkwTlNBeU5qbFVNamMzSURJMU5sRXlPVFFnTWpRNElETXhNQ0F5TXpaVU16UXlJREU1TlZRek5Ua2dNVE16VVRNMU9TQTNNU0F6TWpFZ016RlVNVGs0SUMweE1FZ3hPVEJSTVRNNElDMHhNQ0E1TkNBeU5rdzROaUF4T1V3M055QXhNRkUzTVNBMElEWTFJQzB4VERVMElDMHhNVWcwTmtnME1sRXpPU0F0TVRFZ016TWdMVFZXTnpSV01UTXlVVE16SURFMU15QXpOU0F4TlRkVU5EVWdNVFl5U0RVMFVUWTJJREUyTWlBM01DQXhOVGhVTnpVZ01UUTJWRGd5SURFeE9WUXhNREVnTnpkUk1UTTJJREkySURFNU9DQXlObEV5T1RVZ01qWWdNamsxSURFd05GRXlPVFVnTVRNeklESTNOeUF4TlRGUk1qVTNJREUzTlNBeE9UUWdNVGczVkRFeE1TQXlNVEJSTnpVZ01qSTNJRFUwSURJMU5sUXpNeUF6TVRoUk16TWdNelUzSURVd0lETTRORlE1TXlBME1qUlVNVFF6SURRME1sUXhPRGNnTkRRM1NERTVPRkV5TXpnZ05EUTNJREkyT0NBME16Sk1Namd6SURReU5Fd3lPVElnTkRNeFVUTXdNaUEwTkRBZ016RTBJRFEwT0Vnek1qSklNekkyVVRNeU9TQTBORGdnTXpNMUlEUTBNbFl6TVRCTU16STVJRE13TkVnek1ERlJNamsxSURNeE1DQXlPVFVnTXpFMldpSXZQanh3WVhSb0lHbGtQU0pOU2xndE5EUTVMVlJGV0MxT0xUWTVJaUJrUFNKTk5qa2dOakE1VVRZNUlEWXpOeUE0TnlBMk5UTlVNVE14SURZMk9WRXhOVFFnTmpZM0lERTNNU0EyTlRKVU1UZzRJRFl3T1ZFeE9EZ2dOVGM1SURFM01TQTFOalJVTVRJNUlEVTBPVkV4TURRZ05UUTVJRGczSURVMk5GUTJPU0EyTURsYVRUSTBOeUF3VVRJek1pQXpJREUwTXlBelVURXpNaUF6SURFd05pQXpWRFUySURGTU16UWdNRWd5TmxZME5rZzBNbEUzTUNBME5pQTVNU0EwT1ZFeE1EQWdOVE1nTVRBeUlEWXdWREV3TkNBeE1ESldNakExVmpJNU0xRXhNRFFnTXpRMUlERXdNaUF6TlRsVU9EZ2dNemM0VVRjMElETTROU0EwTVNBek9EVklNekJXTkRBNFVUTXdJRFF6TVNBek1pQTBNekZNTkRJZ05ETXlVVFV5SURRek15QTNNQ0EwTXpSVU1UQTJJRFF6TmxFeE1qTWdORE0zSURFME1pQTBNemhVTVRjeElEUTBNVlF4T0RJZ05EUXlTREU0TlZZMk1sRXhPVEFnTlRJZ01UazNJRFV3VkRJek1pQTBOa2d5TlRWV01FZ3lORGRhSWk4K1BIQmhkR2dnYVdROUlrMUtXQzAwTkRrdFZFVllMVTR0TnpRaUlHUTlJazB5TnlBME1qSlJPREFnTkRJMklERXdPU0EwTnpoVU1UUXhJRFl3TUZZMk1UVklNVGd4VmpRek1VZ3pNVFpXTXpnMVNERTRNVll5TkRGUk1UZ3lJREV4TmlBeE9ESWdNVEF3VkRFNE9TQTJPRkV5TURNZ01qa2dNak00SURJNVVUSTRNaUF5T1NBeU9USWdNVEF3VVRJNU15QXhNRGdnTWpreklERTBObFl4T0RGSU16TXpWakUwTmxZeE16UlJNek16SURVM0lESTVNU0F4TjFFeU5qUWdMVEV3SURJeU1TQXRNVEJSTVRnM0lDMHhNQ0F4TmpJZ01sUXhNalFnTXpOVU1UQTFJRFk0VkRrNElERXdNRkU1TnlBeE1EY2dPVGNnTWpRNFZqTTROVWd4T0ZZME1qSklNamRhSWk4K1BIQmhkR2dnYVdROUlrMUtXQzAwTkRrdFZFVllMVTR0TmtVaUlHUTlJazAwTVNBME5rZzFOVkU1TkNBME5pQXhNRElnTmpCV05qaFJNVEF5SURjM0lERXdNaUE1TVZReE1ESWdNVEl5VkRFd015QXhOakZVTVRBeklESXdNMUV4TURNZ01qTTBJREV3TXlBeU5qbFVNVEF5SURNeU9GWXpOVEZST1RrZ016Y3dJRGc0SURNM05sUTBNeUF6T0RWSU1qVldOREE0VVRJMUlEUXpNU0F5TnlBME16Rk1NemNnTkRNeVVUUTNJRFF6TXlBMk5TQTBNelJVTVRBeUlEUXpObEV4TVRrZ05ETTNJREV6T0NBME16aFVNVFkzSURRME1WUXhOemdnTkRReVNERTRNVlkwTURKUk1UZ3hJRE0yTkNBeE9ESWdNelkwVkRFNE55QXpOamxVTVRrNUlETTRORlF5TVRnZ05EQXlWREkwTnlBME1qRlVNamcxSURRek4xRXpNRFVnTkRReUlETXpOaUEwTkRKUk5EVXdJRFF6T0NBME5qTWdNekk1VVRRMk5DQXpNaklnTkRZMElERTVNRll4TURSUk5EWTBJRFkySURRMk5pQTFPVlEwTnpjZ05EbFJORGs0SURRMklEVXlOaUEwTmtnMU5ESldNRWcxTXpSTU5URXdJREZSTkRnM0lESWdORFl3SURKVU5ESXlJRE5STXpFNUlETWdNekV3SURCSU16QXlWalEyU0RNeE9GRXpOemtnTkRZZ016YzVJRFl5VVRNNE1DQTJOQ0F6T0RBZ01qQXdVVE0zT1NBek16VWdNemM0SURNME0xRXpOeklnTXpjeElETTFPQ0F6T0RWVU16TTBJRFF3TWxRek1EZ2dOREEwVVRJMk15QTBNRFFnTWpJNUlETTNNRkV5TURJZ016UXpJREU1TlNBek1UVlVNVGczSURJek1sWXhOamhXTVRBNFVURTROeUEzT0NBeE9EZ2dOamhVTVRreElEVTFWREl3TUNBME9WRXlNakVnTkRZZ01qUTVJRFEyU0RJMk5WWXdTREkxTjB3eU16UWdNVkV5TVRBZ01pQXhPRE1nTWxReE5EVWdNMUUwTWlBeklETXpJREJJTWpWV05EWklOREZhSWk4K1BIQmhkR2dnYVdROUlrMUtXQzAwTkRrdFZFVllMVTR0TmpFaUlHUTlJazB4TXpjZ016QTFWREV4TlNBek1EVlVOemdnTXpJd1ZEWXpJRE0xT1ZFMk15QXpPVFFnT1RjZ05ESXhWREl4T0NBME5EaFJNamt4SURRME9DQXpNellnTkRFMlZETTVOaUF6TkRCUk5EQXhJRE15TmlBME1ERWdNekE1VkRRd01pQXhPVFJXTVRJMFVUUXdNaUEzTmlBME1EY2dOVGhVTkRJNElEUXdVVFEwTXlBME1DQTBORGdnTlRaVU5EVXpJREV3T1ZZeE5EVklORGt6VmpFd05sRTBPVElnTmpZZ05Ea3dJRFU1VVRRNE1TQXlPU0EwTlRVZ01USlVOREF3SUMwMlZETTFNeUF4TWxRek1qa2dOVFJXTlRoTU16STNJRFUxVVRNeU5TQTFNaUF6TWpJZ05EbFVNekUwSURRd1ZETXdNaUF5T1ZReU9EY2dNVGRVTWpZNUlEWlVNalEzSUMweVZESXlNU0F0T0ZReE9UQWdMVEV4VVRFek1DQXRNVEVnT0RJZ01qQlVNelFnTVRBM1VUTTBJREV5T0NBME1TQXhORGRVTmpnZ01UZzRWREV4TmlBeU1qVlVNVGswSURJMU0xUXpNRFFnTWpZNFNETXhPRll5T1RCUk16RTRJRE15TkNBek1USWdNelF3VVRJNU1DQTBNVEVnTWpFMUlEUXhNVkV4T1RjZ05ERXhJREU0TVNBME1UQlVNVFUySURRd05sUXhORGdnTkRBelVURTNNQ0F6T0RnZ01UY3dJRE0xT1ZFeE56QWdNek0wSURFMU5DQXpNakJhVFRFeU5pQXhNRFpSTVRJMklEYzFJREUxTUNBMU1WUXlNRGtnTWpaUk1qUTNJREkySURJM05pQTBPVlF6TVRVZ01UQTVVVE14TnlBeE1UWWdNekU0SURFM05WRXpNVGdnTWpNeklETXhOeUF5TXpOUk16QTVJREl6TXlBeU9UWWdNak15VkRJMU1TQXlNak5VTVRreklESXdNMVF4TkRjZ01UWTJWREV5TmlBeE1EWmFJaTgrUEhCaGRHZ2dhV1E5SWsxS1dDMDBORGt0VkVWWUxVNHROa01pSUdROUlrMDBNaUEwTmtnMU5sRTVOU0EwTmlBeE1ETWdOakJXTmpoUk1UQXpJRGMzSURFd015QTVNVlF4TURNZ01USTBWREV3TkNBeE5qZFVNVEEwSURJeE4xUXhNRFFnTWpjeVZERXdOQ0F6TWpsUk1UQTBJRE0yTmlBeE1EUWdOREEzVkRFd05DQTBPREpVTVRBMElEVTBNbFF4TURNZ05UZzJWREV3TXlBMk1ETlJNVEF3SURZeU1pQTRPU0EyTWpoVU5EUWdOak0zU0RJMlZqWTJNRkV5TmlBMk9ETWdNamdnTmpnelRETTRJRFk0TkZFME9DQTJPRFVnTmpjZ05qZzJWREV3TkNBMk9EaFJNVEl4SURZNE9TQXhOREVnTmprd1ZERTNNU0EyT1ROVU1UZ3lJRFk1TkVneE9EVldNemM1VVRFNE5TQTJNaUF4T0RZZ05qQlJNVGt3SURVeUlERTVPQ0EwT1ZFeU1Ua2dORFlnTWpRM0lEUTJTREkyTTFZd1NESTFOVXd5TXpJZ01WRXlNRGtnTWlBeE9ETWdNbFF4TkRVZ00xUXhNRGNnTTFRMU55QXhURE0wSURCSU1qWldORFpJTkRKYUlpOCtQSEJoZEdnZ2FXUTlJazFLV0MwME5Ea3RWRVZZTFU0dE1qQWlJR1E5SWlJdlBqeHdZWFJvSUdsa1BTSk5TbGd0TkRRNUxWUkZXQzFPTFRZeklpQmtQU0pOTXpjd0lETXdOVlF6TkRrZ016QTFWRE14TXlBek1qQlVNamszSURNMU9GRXlPVGNnTXpneElETXhNaUF6T1RaUk16RTNJRFF3TVNBek1UY2dOREF5VkRNd055QTBNRFJSTWpneElEUXdPQ0F5TlRnZ05EQTRVVEl3T1NBME1EZ2dNVGM0SURNM05sRXhNekVnTXpJNUlERXpNU0F5TVRsUk1UTXhJREV6TnlBeE5qSWdPVEJSTWpBeklESTVJREkzTWlBeU9WRXpNVE1nTWprZ016TTRJRFUxVkRNM05DQXhNVGRSTXpjMklERXlOU0F6TnprZ01USTNWRE01TlNBeE1qbElOREE1VVRReE5TQXhNak1nTkRFMUlERXlNRkUwTVRVZ01URTJJRFF4TVNBeE1EUlVNemsxSURjeFZETTJOaUF6TTFRek1UZ2dNbFF5TkRrZ0xURXhVVEUyTXlBdE1URWdPVGtnTlROVU16UWdNakUwVVRNMElETXhPQ0E1T1NBek9ETlVNalV3SURRME9GUXpOekFnTkRJeFZEUXdOQ0F6TlRkUk5EQTBJRE16TkNBek9EY2dNekl3V2lJdlBqeHdZWFJvSUdsa1BTSk5TbGd0TkRRNUxWUkZXQzFPTFRZNElpQmtQU0pOTkRFZ05EWklOVFZST1RRZ05EWWdNVEF5SURZd1ZqWTRVVEV3TWlBM055QXhNRElnT1RGVU1UQXlJREV5TkZReE1ESWdNVFkzVkRFd015QXlNVGRVTVRBeklESTNNbFF4TURNZ016STVVVEV3TXlBek5qWWdNVEF6SURRd04xUXhNRE1nTkRneVZERXdNaUExTkRKVU1UQXlJRFU0TmxReE1ESWdOakF6VVRrNUlEWXlNaUE0T0NBMk1qaFVORE1nTmpNM1NESTFWalkyTUZFeU5TQTJPRE1nTWpjZ05qZ3pURE0zSURZNE5GRTBOeUEyT0RVZ05qWWdOamcyVkRFd015QTJPRGhSTVRJd0lEWTRPU0F4TkRBZ05qa3dWREUzTUNBMk9UTlVNVGd4SURZNU5FZ3hPRFJXTXpZM1VUSTBOQ0EwTkRJZ016STRJRFEwTWxFME5URWdORFF5SURRMk15QXpNamxSTkRZMElETXlNaUEwTmpRZ01Ua3dWakV3TkZFME5qUWdOallnTkRZMklEVTVWRFEzTnlBME9WRTBPVGdnTkRZZ05USTJJRFEyU0RVME1sWXdTRFV6TkV3MU1UQWdNVkUwT0RjZ01pQTBOakFnTWxRME1qSWdNMUV6TVRrZ015QXpNVEFnTUVnek1ESldORFpJTXpFNFVUTTNPU0EwTmlBek56a2dOakpSTXpnd0lEWTBJRE00TUNBeU1EQlJNemM1SURNek5TQXpOemdnTXpRelVUTTNNaUF6TnpFZ016VTRJRE00TlZRek16UWdOREF5VkRNd09DQTBNRFJSTWpZeklEUXdOQ0F5TWprZ016Y3dVVEl3TWlBek5ETWdNVGsxSURNeE5WUXhPRGNnTWpNeVZqRTJPRll4TURoUk1UZzNJRGM0SURFNE9DQTJPRlF4T1RFZ05UVlVNakF3SURRNVVUSXlNU0EwTmlBeU5Ea2dORFpJTWpZMVZqQklNalUzVERJek5DQXhVVEl4TUNBeUlERTRNeUF5VkRFME5TQXpVVFF5SURNZ016TWdNRWd5TlZZME5rZzBNVm9pTHo0OGNHRjBhQ0JwWkQwaVRVcFlMVFEwT1MxVVJWZ3RUaTAyTnlJZ1pEMGlUVE15T1NBME1EbFJNemN6SURRMU15QTBNamtnTkRVelVUUTFPU0EwTlRNZ05EY3lJRFF6TkZRME9EVWdNemsyVVRRNE5TQXpPRElnTkRjMklETTNNVlEwTkRrZ016WXdVVFF4TmlBek5qQWdOREV5SURNNU1GRTBNVEFnTkRBMElEUXhOU0EwTVRGUk5ERTFJRFF4TWlBME1UWWdOREUwVmpReE5WRXpPRGdnTkRFeUlETTJNeUF6T1ROUk16VTFJRE00T0NBek5UVWdNemcyVVRNMU5TQXpPRFVnTXpVNUlETTRNVlF6TmpnZ016WTVWRE0zT1NBek5URlVNemc0SURNeU5WUXpPVElnTWpreVVUTTVNaUF5TXpBZ016UXpJREU0TjFReU1qSWdNVFF6VVRFM01pQXhORE1nTVRJeklERTNNVkV4TVRJZ01UVXpJREV4TWlBeE16TlJNVEV5SURrNElERXpPQ0E0TVZFeE5EY2dOelVnTVRVMUlEYzFWREl5TnlBM00xRXpNVEVnTnpJZ016TTFJRFkzVVRNNU5pQTFPQ0EwTXpFZ01qWlJORGN3SUMweE15QTBOekFnTFRjeVVUUTNNQ0F0TVRNNUlETTVNaUF0TVRjMVVUTXpNaUF0TWpBMklESTFNQ0F0TWpBMlVURTJOeUF0TWpBMklERXdOeUF0TVRjMVVUSTVJQzB4TkRBZ01qa2dMVGMxVVRJNUlDMHpPU0ExTUNBdE1UVlVPVElnTVRoTU1UQXpJREkwVVRZM0lEVTFJRFkzSURFd09GRTJOeUF4TlRVZ09UWWdNVGt6VVRVeUlESXpOeUExTWlBeU9USlJOVElnTXpVMUlERXdNaUF6T1RoVU1qSXpJRFEwTWxFeU56UWdORFF5SURNeE9DQTBNVFpNTXpJNUlEUXdPVnBOTWprNUlETTBNMUV5T1RRZ016Y3hJREkzTXlBek9EZFVNakl4SURRd05GRXhPVElnTkRBMElERTNNU0F6T0RoVU1UUTFJRE0wTTFFeE5ESWdNekkySURFME1pQXlPVEpSTVRReUlESTBPQ0F4TkRrZ01qSTNWREUzT1NBeE9USlJNVGsySURFNE1pQXlNaklnTVRneVVUSTBOQ0F4T0RJZ01qWXdJREU0T1ZReU9ETWdNakEzVkRJNU5DQXlNamRVTWprNUlESTBNbEV6TURJZ01qVTRJRE13TWlBeU9USlVNams1SURNME0xcE5OREF6SUMwM05WRTBNRE1nTFRVd0lETTRPU0F0TXpSVU16UTRJQzB4TVZReU9Ua2dMVEpVTWpRMUlEQklNakU0VVRFMU1TQXdJREV6T0NBdE5sRXhNVGdnTFRFMUlERXdOeUF0TXpSVU9UVWdMVGMwVVRrMUlDMDROQ0F4TURFZ0xUazNWREV5TWlBdE1USTNWREUzTUNBdE1UVTFWREkxTUNBdE1UWTNVVE14T1NBdE1UWTNJRE0yTVNBdE1UTTVWRFF3TXlBdE56VmFJaTgrUEhCaGRHZ2dhV1E5SWsxS1dDMDBORGt0VkVWWUxVNHROalVpSUdROUlrMHlPQ0F5TVRoUk1qZ2dNamN6SURRNElETXhPRlE1T0NBek9URlVNVFl6SURRek0xUXlNamtnTkRRNFVUSTRNaUEwTkRnZ016SXdJRFF6TUZRek56Z2dNemd3VkRRd05pQXpNVFpVTkRFMUlESTBOVkUwTVRVZ01qTTRJRFF3T0NBeU16RklNVEkyVmpJeE5sRXhNallnTmpnZ01qSTJJRE0yVVRJME5pQXpNQ0F5TnpBZ016QlJNekV5SURNd0lETTBNaUEyTWxFek5Ua2dOemtnTXpZNUlERXdORXd6TnprZ01USTRVVE00TWlBeE16RWdNemsxSURFek1VZ3pPVGhSTkRFMUlERXpNU0EwTVRVZ01USXhVVFF4TlNBeE1UY2dOREV5SURFd09GRXpPVE1nTlRNZ016UTVJREl4VkRJMU1DQXRNVEZSTVRVMUlDMHhNU0E1TWlBMU9GUXlPQ0F5TVRoYVRUTXpNeUF5TnpWUk16SXlJRFF3TXlBeU16Z2dOREV4U0RJek5sRXlNamdnTkRFeElESXlNQ0EwTVRCVU1UazFJRFF3TWxReE5qWWdNemd4VkRFME15QXpOREJVTVRJM0lESTNORll5TmpkSU16TXpWakkzTlZvaUx6NDhjR0YwYUNCcFpEMGlUVXBZTFRRME9TMVVSVmd0VGkwMk5pSWdaRDBpVFRJM015QXdVVEkxTlNBeklERTBOaUF6VVRReklETWdNelFnTUVneU5sWTBOa2cwTWxFM01DQTBOaUE1TVNBME9WRTVPU0ExTWlBeE1ETWdOakJSTVRBMElEWXlJREV3TkNBeU1qUldNemcxU0RNelZqUXpNVWd4TURSV05EazNUREV3TlNBMU5qUk1NVEEzSURVM05GRXhNallnTmpNNUlERTNNU0EyTmpoVU1qWTJJRGN3TkZFeU5qY2dOekEwSURJM05TQTNNRFJVTWpnNUlEY3dOVkV6TXpBZ056QXlJRE0xTVNBMk56bFVNemN5SURZeU4xRXpOeklnTmpBMElETTFPQ0ExT1RCVU16SXhJRFUzTmxReU9EUWdOVGt3VkRJM01DQTJNamRSTWpjd0lEWTBOeUF5T0RnZ05qWTNTREk0TkZFeU9EQWdOalk0SURJM015QTJOamhSTWpRMUlEWTJPQ0F5TWpNZ05qUTNWREU0T1NBMU9USlJNVGd6SURVM01pQXhPRElnTkRrM1ZqUXpNVWd5T1ROV016ZzFTREU0TlZZeU1qVlJNVGcxSURZeklERTROaUEyTVZReE9Ea2dOVGRVTVRrMElEVTBWREU1T1NBMU1WUXlNRFlnTkRsVU1qRXpJRFE0VkRJeU1pQTBOMVF5TXpFZ05EZFVNalF4SURRMlZESTFNU0EwTmtneU9ESldNRWd5TnpOYUlpOCtQSEJoZEdnZ2FXUTlJazFLV0MwME5Ea3RWRVZZTFU0dE56SWlJR1E5SWswek5pQTBOa2cxTUZFNE9TQTBOaUE1TnlBMk1GWTJPRkU1TnlBM055QTVOeUE1TVZRNU9DQXhNakpVT1RnZ01UWXhWRGs0SURJd00xRTVPQ0F5TXpRZ09UZ2dNalk1VkRrNElETXlPRXc1TnlBek5URlJPVFFnTXpjd0lEZ3pJRE0zTmxRek9DQXpPRFZJTWpCV05EQTRVVEl3SURRek1TQXlNaUEwTXpGTU16SWdORE15VVRReUlEUXpNeUEyTUNBME16UlVPVFlnTkRNMlVURXhNaUEwTXpjZ01UTXhJRFF6T0ZReE5qQWdORFF4VkRFM01TQTBOREpJTVRjMFZqTTNNMUV5TVRNZ05EUXhJREkzTVNBME5ERklNamMzVVRNeU1pQTBOREVnTXpReklEUXhPVlF6TmpRZ016Y3pVVE0yTkNBek5USWdNelV4SURNek4xUXpNVE1nTXpJeVVUSTRPQ0F6TWpJZ01qYzJJRE16T0ZReU5qTWdNemN5VVRJMk15QXpPREVnTWpZMUlETTRPRlF5TnpBZ05EQXdWREkzTXlBME1EVlJNamN4SURRd055QXlOVEFnTkRBeFVUSXpOQ0F6T1RNZ01qSTJJRE00TmxFeE56a2dNelF4SURFM09TQXlNRGRXTVRVMFVURTNPU0F4TkRFZ01UYzVJREV5TjFReE56a2dNVEF4VkRFNE1DQTRNVlF4T0RBZ05qWldOakZSTVRneElEVTVJREU0TXlBMU4xUXhPRGdnTlRSVU1Ua3pJRFV4VkRJd01DQTBPVlF5TURjZ05EaFVNakUySURRM1ZESXlOU0EwTjFReU16VWdORFpVTWpRMUlEUTJTREkzTmxZd1NESTJOMUV5TkRrZ015QXhOREFnTTFFek55QXpJREk0SURCSU1qQldORFpJTXpaYUlpOCtQSEJoZEdnZ2FXUTlJazFLV0MwME5Ea3RWRVZZTFU0dE5rUWlJR1E5SWswME1TQTBOa2cxTlZFNU5DQTBOaUF4TURJZ05qQldOamhSTVRBeUlEYzNJREV3TWlBNU1WUXhNRElnTVRJeVZERXdNeUF4TmpGVU1UQXpJREl3TTFFeE1ETWdNak0wSURFd015QXlOamxVTVRBeUlETXlPRll6TlRGUk9Ua2dNemN3SURnNElETTNObFEwTXlBek9EVklNalZXTkRBNFVUSTFJRFF6TVNBeU55QTBNekZNTXpjZ05ETXlVVFEzSURRek15QTJOU0EwTXpSVU1UQXlJRFF6TmxFeE1Ua2dORE0zSURFek9DQTBNemhVTVRZM0lEUTBNVlF4TnpnZ05EUXlTREU0TVZZME1ESlJNVGd4SURNMk5DQXhPRElnTXpZMFZERTROeUF6TmpsVU1UazVJRE00TkZReU1UZ2dOREF5VkRJME55QTBNakZVTWpnMUlEUXpOMUV6TURVZ05EUXlJRE16TmlBME5ESlJNelV4SURRME1pQXpOalFnTkRRd1ZETTROeUEwTXpSVU5EQTJJRFF5TmxRME1qRWdOREUzVkRRek1pQTBNRFpVTkRReElETTVOVlEwTkRnZ016ZzBWRFExTWlBek56UlVORFUxSURNMk5rdzBOVGNnTXpZeFREUTJNQ0F6TmpWUk5EWXpJRE0yT1NBME5qWWdNemN6VkRRM05TQXpPRFJVTkRnNElETTVOMVExTURNZ05ERXdWRFV5TXlBME1qSlVOVFEySURRek1sUTFOeklnTkRNNVZEWXdNeUEwTkRKUk56STVJRFEwTWlBM05EQWdNekk1VVRjME1TQXpNaklnTnpReElERTVNRll4TURSUk56UXhJRFkySURjME15QTFPVlEzTlRRZ05EbFJOemMxSURRMklEZ3dNeUEwTmtnNE1UbFdNRWc0TVRGTU56ZzRJREZSTnpZMElESWdOek0zSURKVU5qazVJRE5STlRrMklETWdOVGczSURCSU5UYzVWalEyU0RVNU5WRTJOVFlnTkRZZ05qVTJJRFl5VVRZMU55QTJOQ0EyTlRjZ01qQXdVVFkxTmlBek16VWdOalUxSURNME0xRTJORGtnTXpjeElEWXpOU0F6T0RWVU5qRXhJRFF3TWxRMU9EVWdOREEwVVRVME1DQTBNRFFnTlRBMklETTNNRkUwTnprZ016UXpJRFEzTWlBek1UVlVORFkwSURJek1sWXhOamhXTVRBNFVUUTJOQ0EzT0NBME5qVWdOamhVTkRZNElEVTFWRFEzTnlBME9WRTBPVGdnTkRZZ05USTJJRFEyU0RVME1sWXdTRFV6TkV3MU1UQWdNVkUwT0RjZ01pQTBOakFnTWxRME1qSWdNMUV6TVRrZ015QXpNVEFnTUVnek1ESldORFpJTXpFNFVUTTNPU0EwTmlBek56a2dOakpSTXpnd0lEWTBJRE00TUNBeU1EQlJNemM1SURNek5TQXpOemdnTXpRelVUTTNNaUF6TnpFZ016VTRJRE00TlZRek16UWdOREF5VkRNd09DQTBNRFJSTWpZeklEUXdOQ0F5TWprZ016Y3dVVEl3TWlBek5ETWdNVGsxSURNeE5WUXhPRGNnTWpNeVZqRTJPRll4TURoUk1UZzNJRGM0SURFNE9DQTJPRlF4T1RFZ05UVlVNakF3SURRNVVUSXlNU0EwTmlBeU5Ea2dORFpJTWpZMVZqQklNalUzVERJek5DQXhVVEl4TUNBeUlERTRNeUF5VkRFME5TQXpVVFF5SURNZ016TWdNRWd5TlZZME5rZzBNVm9pTHo0OGNHRjBhQ0JwWkQwaVRVcFlMVFEwT1MxVVJWZ3RUaTAxTXlJZ1pEMGlUVFUxSURVd04xRTFOU0ExT1RBZ01URXlJRFkwTjFReU5ETWdOekEwU0RJMU4xRXpORElnTnpBMElEUXdOU0EyTkRGTU5ESTJJRFkzTWxFME16RWdOamM1SURRek5pQTJPRGRVTkRRMklEY3dNRXcwTkRrZ056QTBVVFExTUNBM01EUWdORFV6SURjd05GUTBOVGtnTnpBMVNEUTJNMUUwTmpZZ056QTFJRFEzTWlBMk9UbFdORFl5VERRMk5pQTBOVFpJTkRRNFVUUXpOeUEwTlRZZ05ETTFJRFExT1ZRME16QWdORGM1VVRReE15QTJNRFVnTXpJNUlEWTBObEV5T1RJZ05qWXlJREkxTkNBMk5qSlJNakF4SURZMk1pQXhOamdnTmpJMlZERXpOU0ExTkRKUk1UTTFJRFV3T0NBeE5USWdORGd3VkRJd01DQTBNelZSTWpFd0lEUXpNU0F5T0RZZ05ERXlWRE0zTUNBek9EbFJOREkzSURNMk55QTBOak1nTXpFMFZEVXdNQ0F4T1RGUk5UQXdJREV4TUNBME5EZ2dORFZVTXpBeElDMHlNVkV5TkRVZ0xUSXhJREl3TVNBdE5GUXhOREFnTWpkTU1USXlJRFF4VVRFeE9DQXpOaUF4TURjZ01qRlVPRGNnTFRkVU56Z2dMVEl4VVRjMklDMHlNaUEyT0NBdE1qSklOalJSTmpFZ0xUSXlJRFUxSUMweE5sWXhNREZSTlRVZ01qSXdJRFUySURJeU1sRTFPQ0F5TWpjZ056WWdNakkzU0RnNVVUazFJREl5TVNBNU5TQXlNVFJST1RVZ01UZ3lJREV3TlNBeE5URlVNVE01SURrd1ZESXdOU0EwTWxRek1EVWdNalJSTXpVeUlESTBJRE00TmlBMk1sUTBNakFnTVRVMVVUUXlNQ0F4T1RnZ016azRJREl6TTFRek5EQWdNamd4VVRJNE5DQXlPVFVnTWpZMklETXdNRkV5TmpFZ016QXhJREl6T1NBek1EWlVNakEySURNeE5GUXhOelFnTXpJMVZERTBNU0F6TkROVU1URXlJRE0yTjFRNE5TQTBNREpSTlRVZ05EVXhJRFUxSURVd04xb2lMejQ4Y0dGMGFDQnBaRDBpVFVwWUxUUTBPUzFVUlZndFRpMDBOQ0lnWkQwaVRURXpNQ0EyTWpKUk1USXpJRFl5T1NBeE1Ua2dOak14VkRFd015QTJNelJVTmpBZ05qTTNTREkzVmpZNE0wZ3lNamhSTXprNUlEWTRNaUEwTVRrZ05qZ3lWRFEyTVNBMk56WlJOVEEwSURZMk55QTFORFlnTmpReFZEWXlOaUExTnpOVU5qZzFJRFEzTUZRM01EZ2dNek0yVVRjd09DQXlNVEFnTmpNMElERXhObFEwTkRJZ00xRTBNamtnTVNBeU1qZ2dNRWd5TjFZME5rZzJNRkV4TURJZ05EY2dNVEV4SURRNVZERXpNQ0EyTVZZMk1qSmFUVFU1TXlBek16aFJOVGt6SURRek9TQTFOekVnTlRBeFZEUTVNeUEyTURKUk5ETTVJRFl6TnlBek5UVWdOak0zU0RNeU1rZ3lPVFJSTWpNNElEWXpOeUF5TXpRZ05qSTRVVEl6TVNBMk1qUWdNak14SURNME5GRXlNekVnTmpJZ01qTXlJRFU1VVRJek15QTBPU0F5TkRnZ05EaFVNek01SURRMlNETTFNRkUwTlRZZ05EWWdOVEUxSURrMVVUVTJNU0F4TXpNZ05UYzNJREU1TVZRMU9UTWdNek00V2lJdlBqeHdZWFJvSUdsa1BTSk5TbGd0TkRRNUxWUkZXQzFKTFRGRU5ETkdJaUJrUFNKTk1qSTRJRFl6TjFFeE9UUWdOak0zSURFNU1pQTJOREZSTVRreElEWTBNeUF4T1RFZ05qUTVVVEU1TVNBMk56TWdNakF5SURZNE1sRXlNRFFnTmpneklESXhOeUEyT0ROUk1qY3hJRFk0TUNBek5EUWdOamd3VVRRNE5TQTJPREFnTlRBMklEWTRNMGcxTVRoUk5USTBJRFkzTnlBMU1qUWdOamMwVkRVeU1pQTJOVFpSTlRFM0lEWTBNU0ExTVRNZ05qTTNTRFEzTlZFME1EWWdOak0ySURNNU5DQTJNamhSTXpnM0lEWXlOQ0F6T0RBZ05qQXdWRE14TXlBek16WlJNamszSURJM01TQXlOemtnTVRrNFZESTFNaUE0T0V3eU5ETWdOVEpSTWpReklEUTRJREkxTWlBME9GUXpNVEVnTkRaSU16STRVVE0yTUNBME5pQXpOemtnTkRkVU5ESTRJRFUwVkRRM09DQTNNbFExTWpJZ01UQTJWRFUyTkNBeE5qRlJOVGd3SURFNU1TQTFPVFFnTWpJNFZEWXhNU0F5TnpCUk5qRTJJREkzTXlBMk1qZ2dNamN6U0RZME1WRTJORGNnTWpZMElEWTBOeUF5TmpKVU5qSTNJREl3TTFRMU9ETWdPRE5VTlRVM0lEbFJOVFUxSURRZ05UVXpJRE5VTlRNM0lEQlVORGswSUMweFVUUTRNeUF0TVNBME1UZ2dMVEZVTWprMElEQklNVEUyVVRNeUlEQWdNeklnTVRCUk16SWdNVGNnTXpRZ01qUlJNemtnTkRNZ05EUWdORFZSTkRnZ05EWWdOVGtnTkRaSU5qVlJPVElnTkRZZ01USTFJRFE1VVRFek9TQTFNaUF4TkRRZ05qRlJNVFEzSURZMUlESXhOaUF6TXpsVU1qZzFJRFl5T0ZFeU9EVWdOak0xSURJeU9DQTJNemRhSWk4K1BIQmhkR2dnYVdROUlrMUtXQzAwTkRrdFZFVllMVTR0TlRJaUlHUTlJazB4TXpBZ05qSXlVVEV5TXlBMk1qa2dNVEU1SURZek1WUXhNRE1nTmpNMFZEWXdJRFl6TjBneU4xWTJPRE5JTWpBeVNESXpOa2d6TURCUk16YzJJRFk0TXlBME1UY2dOamMzVkRVd01DQTJORGhSTlRrMUlEWXdNQ0EyTURrZ05URTNVVFl4TUNBMU1USWdOakV3SURVd01WRTJNVEFnTkRZNElEVTVOQ0EwTXpsVU5UVTJJRE01TWxRMU1URWdNell4VkRRM01pQXpORE5NTkRVMklETXpPRkUwTlRrZ016TTFJRFEyTnlBek16SlJORGszSURNeE5pQTFNVFlnTWprNFZEVTBOU0F5TlRSVU5UVTVJREl4TVZRMU5qZ2dNVFUxVkRVM09DQTVORkUxT0RnZ05EWWdOakF5SURNeFZEWTBNQ0F4TmtnMk5EVlJOall3SURFMklEWTNOQ0F6TWxRMk9USWdPRGRSTmpreUlEazRJRFk1TmlBeE1ERlVOekV5SURFd05WUTNNamdnTVRBelZEY3pNaUE1TUZFM016SWdOVGtnTnpFMklESTNWRFkzTWlBdE1UWlJOalUySUMweU1pQTJNekFnTFRJeVVUUTRNU0F0TVRZZ05EVTRJRGt3VVRRMU5pQXhNREVnTkRVMklERTJNMVEwTkRrZ01qUTJVVFF6TUNBek1EUWdNemN6SURNeU1Fd3pOak1nTXpJeVRESTVOeUF6TWpOSU1qTXhWakU1TWt3eU16SWdOakZSTWpNNElEVXhJREkwT1NBME9WUXpNREVnTkRaSU16TTBWakJJTXpJelVUTXdNaUF6SURFNE1TQXpVVFU1SURNZ016Z2dNRWd5TjFZME5rZzJNRkV4TURJZ05EY2dNVEV4SURRNVZERXpNQ0EyTVZZMk1qSmFUVFE1TVNBME9UbFdOVEE1VVRRNU1TQTFNamNnTkRrd0lEVXpPVlEwT0RFZ05UY3dWRFEyTWlBMk1ERlVOREkwSURZeU0xUXpOaklnTmpNMlVUTTJNQ0EyTXpZZ016UXdJRFl6TmxRek1EUWdOak0zU0RJNE0xRXlNemdnTmpNM0lESXpOQ0EyTWpoUk1qTXhJRFl5TkNBeU16RWdORGt5VmpNMk1FZ3lPRGxSTXprd0lETTJNQ0EwTXpRZ016YzRWRFE0T1NBME5UWlJORGt4SURRMk55QTBPVEVnTkRrNVdpSXZQanh3WVhSb0lHbGtQU0pOU2xndE5EUTVMVlJGV0MxSkxURkVORE5ESWlCa1BTSk5ORE1nTVZFeU5pQXhJREkySURFd1VUSTJJREV5SURJNUlESTBVVE0wSURReklETTVJRFExVVRReUlEUTJJRFUwSURRMlNEWXdVVEV5TUNBME5pQXhNellnTlROUk1UTTNJRFV6SURFek9DQTFORkV4TkRNZ05UWWdNVFE1SURjM1ZERTVPQ0F5TnpOUk1qRXdJRE14T0NBeU1UWWdNelEwVVRJNE5pQTJNalFnTWpnMklEWXlObEV5T0RRZ05qTXdJREk0TkNBMk16RlJNamMwSURZek55QXlNVE1nTmpNM1NERTVNMUV4T0RRZ05qUXpJREU0T1NBMk5qSlJNVGt6SURZM055QXhPVFVnTmpnd1ZESXdPU0EyT0ROSU1qRXpVVEk0TlNBMk9ERWdNelU1SURZNE1WRTBPREVnTmpneElEUTROeUEyT0ROSU5EazNVVFV3TkNBMk56WWdOVEEwSURZM01sUTFNREVnTmpVMVZEUTVOQ0EyTXpsUk5Ea3hJRFl6TnlBME56RWdOak0zVVRRME1DQTJNemNnTkRBM0lEWXpORkV6T1RNZ05qTXhJRE00T0NBMk1qTlJNemd4SURZd09TQXpNemNnTkRNeVVUTXlOaUF6T0RVZ016RTFJRE0wTVZFeU5EVWdOalVnTWpRMUlEVTVVVEkwTlNBMU1pQXlOVFVnTlRCVU16QTNJRFEyU0RNek9WRXpORFVnTXpnZ016UTFJRE0zVkRNME1pQXhPVkV6TXpnZ05pQXpNeklnTUVnek1UWlJNamM1SURJZ01UYzVJREpSTVRReklESWdNVEV6SURKVU5qVWdNbFEwTXlBeFdpSXZQanh3WVhSb0lHbGtQU0pOU2xndE5EUTVMVlJGV0MxT0xUUXpJaUJrUFNKTk5UWWdNelF5VVRVMklEUXlPQ0E0T1NBMU1EQlVNVGMwSURZeE5WUXlPRE1nTmpneFZETTVNU0EzTURWUk16azBJRGN3TlNBME1EQWdOekExVkRRd09DQTNNRFJSTkRrNUlEY3dOQ0ExTmprZ05qTTJURFU0TWlBMk1qUk1OakV5SURZMk0xRTJNemtnTnpBd0lEWTBNeUEzTURSUk5qUTBJRGN3TkNBMk5EY2dOekEwVkRZMU15QTNNRFZJTmpVM1VUWTJNQ0EzTURVZ05qWTJJRFk1T1ZZME1UbE1Oall3SURReE0wZzJNalpSTmpJd0lEUXhPU0EyTVRrZ05ETXdVVFl4TUNBMU1USWdOVGN4SURVM01sUTBOellnTmpVeFVUUTFOeUEyTlRnZ05ESTJJRFkxT0ZFek1qSWdOalU0SURJMU1pQTFPRGhSTVRjeklEVXdPU0F4TnpNZ016UXlVVEUzTXlBeU1qRWdNakV4SURFMU1WRXlNeklnTVRFeElESTJNeUE0TkZRek1qZ2dORFZVTXpnMElESTVWRFF5T0NBeU5GRTFNVGNnTWpRZ05UY3hJRGt6VkRZeU5pQXlORFJSTmpJMklESTFNU0EyTXpJZ01qVTNTRFkyTUV3Mk5qWWdNalV4VmpJek5sRTJOakVnTVRNeklEVTVNQ0ExTmxRME1ETWdMVEl4VVRJMk1pQXRNakVnTVRVNUlEZ3pWRFUySURNME1sb2lMejQ4Y0dGMGFDQnBaRDBpVFVwWUxUUTBPUzFVUlZndFRpMDNOU0lnWkQwaVRUTTRNeUExT0ZFek1qY2dMVEV3SURJMU5pQXRNVEJJTWpRNVVURXlOQ0F0TVRBZ01UQTFJRGc1VVRFd05DQTVOaUF4TURNZ01qSTJVVEV3TWlBek16VWdNVEF5SURNME9GUTVOaUF6TmpsUk9EWWdNemcxSURNMklETTROVWd5TlZZME1EaFJNalVnTkRNeElESTNJRFF6TVV3ek9DQTBNekpSTkRnZ05ETXpJRFkzSURRek5GUXhNRFVnTkRNMlVURXlNaUEwTXpjZ01UUXlJRFF6T0ZReE56SWdORFF4VkRFNE5DQTBOREpJTVRnM1ZqSTJNVkV4T0RnZ056Y2dNVGt3SURZMFVURTVNeUEwT1NBeU1EUWdOREJSTWpJMElESTJJREkyTkNBeU5sRXlPVEFnTWpZZ016RXhJRE0xVkRNME15QTFPRlF6TmpNZ09UQlVNemMxSURFeU1GUXpOemtnTVRRMFVUTTNPU0F4TkRVZ016YzVJREUyTVZRek9EQWdNakF4VkRNNE1DQXlORGhXTXpFMVVUTTRNQ0F6TmpFZ016Y3dJRE0zTWxRek1qQWdNemcxU0RNd01sWTBNekZSTXpBMElEUXpNU0F6TnpnZ05ETTJWRFExTnlBME5ESklORFkwVmpJMk5GRTBOalFnT0RRZ05EWTFJRGd4VVRRMk9DQTJNU0EwTnprZ05UVlVOVEkwSURRMlNEVTBNbFl3VVRVME1DQXdJRFEyTnlBdE5WUXpPVEFnTFRFeFNETTRNMVkxT0ZvaUx6NDhjR0YwYUNCcFpEMGlUVXBZTFRRME9TMVVSVmd0VGkwM01DSWdaRDBpVFRNMklDMHhORGhJTlRCUk9Ea2dMVEUwT0NBNU55QXRNVE0wVmkweE1qWlJPVGNnTFRFeE9TQTVOeUF0TVRBM1ZEazNJQzAzTjFRNU9DQXRNemhVT1RnZ05sUTVPQ0ExTlZRNU9DQXhNRFpST1RnZ01UUXdJRGs0SURFM04xUTVPQ0F5TkROVU9UZ2dNamsyVkRrM0lETXpOVlE1TnlBek5URlJPVFFnTXpjd0lEZ3pJRE0zTmxRek9DQXpPRFZJTWpCV05EQTRVVEl3SURRek1TQXlNaUEwTXpGTU16SWdORE15VVRReUlEUXpNeUEyTVNBME16UlVPVGdnTkRNMlVURXhOU0EwTXpjZ01UTTFJRFF6T0ZReE5qVWdORFF4VkRFM05pQTBOREpJTVRjNVZqUXhOa3d4T0RBZ016a3dUREU0T0NBek9UZFJNalEzSURRME1TQXpNallnTkRReFVUUXdOeUEwTkRFZ05EWTBJRE0zTjFRMU1qSWdNakUyVVRVeU1pQXhNVFVnTkRVM0lEVXlWRE14TUNBdE1URlJNalF5SUMweE1TQXhPVEFnTXpOTU1UZ3lJRFF3VmkwME5WWXRNVEF4VVRFNE1pQXRNVEk0SURFNE5DQXRNVE0wVkRFNU5TQXRNVFExVVRJeE5pQXRNVFE0SURJME5DQXRNVFE0U0RJMk1GWXRNVGswU0RJMU1rd3lNamdnTFRFNU0xRXlNRFVnTFRFNU1pQXhOemdnTFRFNU1sUXhOREFnTFRFNU1WRXpOeUF0TVRreElESTRJQzB4T1RSSU1qQldMVEUwT0Vnek5scE5OREkwSURJeE9GRTBNalFnTWpreUlETTVNQ0F6TkRkVU16QTFJRFF3TWxFeU16UWdOREF5SURFNE1pQXpNemRXT1RoUk1qSXlJREkySURJNU5DQXlObEV6TkRVZ01qWWdNemcwSURnd1ZEUXlOQ0F5TVRoYUlpOCtQSEJoZEdnZ2FXUTlJazFLV0MwME5Ea3RWRVZZTFVrdE1VUTBOVU1pSUdROUlrMHlNREVnTFRFeFVURXlOaUF0TVRFZ09EQWdNemhVTXpRZ01UVTJVVE0wSURJeU1TQTJOQ0F5TnpsVU1UUTJJRE00TUZFeU1qSWdORFF4SURNd01TQTBOREZSTXpNeklEUTBNU0F6TkRFZ05EUXdVVE0xTkNBME16Y2dNelkzSURRek0xUTBNRElnTkRFM1ZEUXpPQ0F6T0RkVU5EWTBJRE16T0ZRME56WWdNalk0VVRRM05pQXhOakVnTXprd0lEYzFWREl3TVNBdE1URmFUVEV5TVNBeE1qQlJNVEl4SURjd0lERTBOeUEwT0ZReU1EWWdNalpSTWpVd0lESTJJREk0T1NBMU9GUXpOVEVnTVRReVVUTTJNQ0F4TmpNZ016YzBJREl4TmxRek9EZ2dNekE0VVRNNE9DQXpOVElnTXpjd0lETTNOVkV6TkRZZ05EQTFJRE13TmlBME1EVlJNalF6SURRd05TQXhPVFVnTXpRM1VURTFPQ0F6TURNZ01UUXdJREl6TUZReE1qRWdNVEl3V2lJdlBqeHdZWFJvSUdsa1BTSk5TbGd0TkRRNUxWUkZXQzFPTFRVMElpQmtQU0pOTXpZZ05EUXpVVE0zSURRME9DQTBOaUExTlRoVU5UVWdOamN4VmpZM04wZzJOalpXTmpjeFVUWTJOeUEyTmpZZ05qYzJJRFUxTmxRMk9EVWdORFF6VmpRek4wZzJORFZXTkRRelVUWTBOU0EwTkRVZ05qUXlJRFEzT0ZRMk16RWdOVFEwVkRZeE1DQTFPVE5STlRreklEWXhOQ0ExTlRVZ05qSTFVVFV6TkNBMk16QWdORGM0SURZek1FZzBOVEZJTkRRelVUUXhOeUEyTXpBZ05ERTBJRFl4T0ZFME1UTWdOakUySURReE15QXpNemxXTmpOUk5ESXdJRFV6SURRek9TQTFNRlExTWpnZ05EWklOVFU0VmpCSU5UUTFURE0yTVNBelVURTROaUF4SURFM055QXdTREUyTkZZME5rZ3hPVFJSTWpZMElEUTJJREk0TXlBME9WUXpNRGtnTmpOV016TTVWalUxTUZFek1Ea2dOakl3SURNd05DQTJNalZVTWpjeElEWXpNRWd5TkRSSU1qSTBVVEUxTkNBMk16QWdNVEU1SURZd01WRXhNREVnTlRnMUlEa3pJRFUxTkZRNE1TQTBPRFpVTnpZZ05EUXpWalF6TjBnek5sWTBORE5hSWk4K1BIQmhkR2dnYVdROUlrMUtXQzAwTkRrdFZFVllMVTR0TmpRaUlHUTlJazB6TnpZZ05EazFVVE0zTmlBMU1URWdNemMySURVek5WUXpOemNnTlRZNFVUTTNOeUEyTVRNZ016WTNJRFl5TkZRek1UWWdOak0zU0RJNU9GWTJOakJSTWprNElEWTRNeUF6TURBZ05qZ3pURE14TUNBMk9EUlJNekl3SURZNE5TQXpNemtnTmpnMlZETTNOaUEyT0RoUk16a3pJRFk0T1NBME1UTWdOamt3VkRRME15QTJPVE5VTkRVMElEWTVORWcwTlRkV016a3dVVFExTnlBNE5DQTBOVGdnT0RGUk5EWXhJRFl4SURRM01pQTFOVlExTVRjZ05EWklOVE0xVmpCUk5UTXpJREFnTkRVNUlDMDFWRE00TUNBdE1URklNemN6VmpRMFRETTJOU0F6TjFFek1EY2dMVEV4SURJek5TQXRNVEZSTVRVNElDMHhNU0E1TmlBMU1GUXpOQ0F5TVRWUk16UWdNekUxSURrM0lETTNPRlF5TkRRZ05EUXlVVE14T1NBME5ESWdNemMySURNNU0xWTBPVFZhVFRNM015QXpOREpSTXpJNElEUXdOU0F5TmpBZ05EQTFVVEl4TVNBME1EVWdNVGN6SURNMk9WRXhORFlnTXpReElERXpPU0F6TURWVU1UTXhJREl4TVZFeE16RWdNVFUxSURFek9DQXhNakJVTVRjeklEVTVVVEl3TXlBeU5pQXlOVEVnTWpaUk16SXlJREkySURNM015QXhNRE5XTXpReVdpSXZQanh3WVhSb0lHbGtQU0pOU2xndE5EUTVMVlJGV0MxSkxURkVORFZDSWlCa1BTSk5NakVnTWpnM1VUSXlJREk1TXlBeU5DQXpNRE5VTXpZZ016UXhWRFUySURNNE9GUTRPU0EwTWpWVU1UTTFJRFEwTWxFeE56RWdORFF5SURFNU5TQTBNalJVTWpJMUlETTVNRlF5TXpFZ016WTVVVEl6TVNBek5qY2dNak15SURNMk4wd3lORE1nTXpjNFVUTXdOQ0EwTkRJZ016Z3lJRFEwTWxFME16WWdORFF5SURRMk9TQTBNVFZVTlRBeklETXpObFEwTmpVZ01UYzVWRFF5TnlBMU1sRTBNamNnTWpZZ05EUTBJREkyVVRRMU1DQXlOaUEwTlRNZ01qZFJORGd5SURNeUlEVXdOU0EyTlZRMU5EQWdNVFExVVRVME1pQXhOVE1nTlRZd0lERTFNMUUxT0RBZ01UVXpJRFU0TUNBeE5EVlJOVGd3SURFME5DQTFOellnTVRNd1VUVTJPQ0F4TURFZ05UVTBJRGN6VkRVd09DQXhOMVEwTXprZ0xURXdVVE01TWlBdE1UQWdNemN4SURFM1ZETTFNQ0EzTTFFek5UQWdPVElnTXpnMklERTVNMVEwTWpNZ016UTFVVFF5TXlBME1EUWdNemM1SURRd05FZ3pOelJSTWpnNElEUXdOQ0F5TWprZ016QXpUREl5TWlBeU9URk1NVGc1SURFMU4xRXhOVFlnTWpZZ01UVXhJREUyVVRFek9DQXRNVEVnTVRBNElDMHhNVkU1TlNBdE1URWdPRGNnTFRWVU56WWdOMVEzTkNBeE4xRTNOQ0F6TUNBeE1USWdNVGd3VkRFMU1pQXpORE5STVRVeklETTBPQ0F4TlRNZ016WTJVVEUxTXlBME1EVWdNVEk1SURRd05WRTVNU0EwTURVZ05qWWdNekExVVRZd0lESTROU0EyTUNBeU9EUlJOVGdnTWpjNElEUXhJREkzT0VneU4xRXlNU0F5T0RRZ01qRWdNamczV2lJdlBqeHdZWFJvSUdsa1BTSk5TbGd0TkRRNUxWUkZXQzFPTFRSRklpQmtQU0pOTkRJZ05EWlJOelFnTkRnZ09UUWdOVFpVTVRFNElEWTVWREV5T0NBNE5sWTJNelJJTVRJMFVURXhOQ0EyTXpjZ05USWdOak0zU0RJMVZqWTRNMGd5TXpKTU1qTTFJRFk0TUZFeU16Y2dOamM1SURNeU1pQTFOVFJVTkRreklETXdNMHcxTnpnZ01UYzRWalU1T0ZFMU56SWdOakE0SURVMk9DQTJNVE5VTlRRMElEWXlOMVEwT1RJZ05qTTNTRFEzTlZZMk9ETklORGd6VVRRNU9DQTJPREFnTmpBd0lEWTRNRkUzTURZZ05qZ3dJRGN4TlNBMk9ETklOekkwVmpZek4wZzNNRGRSTmpNMElEWXpNeUEyTWpJZ05UazRURFl5TVNBek1ESldOa3cyTVRRZ01FZzJNREJSTlRnMUlEQWdOVGd5SUROVU5EZ3hJREUxTUZReU9ESWdORFF6VkRFM01TQTJNRFZXTXpRMVRERTNNaUE0TmxFeE9ETWdOVEFnTWpVM0lEUTJTREkzTkZZd1NESTJOVkV5TlRBZ015QXhOVEFnTTFFME9DQXpJRE16SURCSU1qVldORFpJTkRKYUlpOCtQQzlrWldaelBqeG5JSE4wY205clpUMGlZM1Z5Y21WdWRFTnZiRzl5SWlCbWFXeHNQU0pqZFhKeVpXNTBRMjlzYjNJaUlITjBjbTlyWlMxM2FXUjBhRDBpTUNJZ2RISmhibk5tYjNKdFBTSnpZMkZzWlNneExDMHhLU0krUEdjZ1pHRjBZUzF0Yld3dGJtOWtaVDBpYldGMGFDSStQR2NnWkdGMFlTMXRiV3d0Ym05a1pUMGliWFJoWW14bElqNDhaeUJrWVhSaExXMXRiQzF1YjJSbFBTSnRkSElpSUhSeVlXNXpabTl5YlQwaWRISmhibk5zWVhSbEtEQXNNall3TUNraVBqeG5JR1JoZEdFdGJXMXNMVzV2WkdVOUltMTBaQ0krUEdjZ1pHRjBZUzF0Yld3dGJtOWtaVDBpYldraVBqeDFjMlVnWkdGMFlTMWpQU0l6T1RRaUlIaHNhVzVyT21oeVpXWTlJaU5OU2xndE5EUTVMVlJGV0MxT0xUTTVOQ0l2UGp3dlp6NDhaeUJrWVhSaExXMXRiQzF1YjJSbFBTSnRhU0lnZEhKaGJuTm1iM0p0UFNKMGNtRnVjMnhoZEdVb09ETXpMREFwSWo0OGRYTmxJR1JoZEdFdFl6MGlNVVEwTmpVaUlIaHNhVzVyT21oeVpXWTlJaU5OU2xndE5EUTVMVlJGV0MxSkxURkVORFkxSWk4K1BDOW5Qand2Wno0OFp5QmtZWFJoTFcxdGJDMXViMlJsUFNKdGRHUWlJSFJ5WVc1elptOXliVDBpZEhKaGJuTnNZWFJsS0RFME1EVXNNQ2tpUGp4bklHUmhkR0V0Ylcxc0xXNXZaR1U5SW0xcElpOCtQR2NnWkdGMFlTMXRiV3d0Ym05a1pUMGliVzhpSUhSeVlXNXpabTl5YlQwaWRISmhibk5zWVhSbEtESTNOeTQ0TERBcElqNDhkWE5sSUdSaGRHRXRZejBpTTBFaUlIaHNhVzVyT21oeVpXWTlJaU5OU2xndE5EUTVMVlJGV0MxT0xUTkJJaTgrUEM5blBqeG5JR1JoZEdFdGJXMXNMVzV2WkdVOUltMTBaWGgwSWlCMGNtRnVjMlp2Y20wOUluUnlZVzV6YkdGMFpTZzRNek11Tml3d0tTSStQSFZ6WlNCa1lYUmhMV005SWpVd0lpQjRiR2x1YXpwb2NtVm1QU0lqVFVwWUxUUTBPUzFVUlZndFRpMDFNQ0l2UGp4MWMyVWdaR0YwWVMxalBTSTJSaUlnZUd4cGJtczZhSEpsWmowaUkwMUtXQzAwTkRrdFZFVllMVTR0TmtZaUlIUnlZVzV6Wm05eWJUMGlkSEpoYm5Oc1lYUmxLRFk0TVN3d0tTSXZQangxYzJVZ1pHRjBZUzFqUFNJM015SWdlR3hwYm1zNmFISmxaajBpSTAxS1dDMDBORGt0VkVWWUxVNHROek1pSUhSeVlXNXpabTl5YlQwaWRISmhibk5zWVhSbEtERXhPREVzTUNraUx6NDhkWE5sSUdSaGRHRXRZejBpTmpraUlIaHNhVzVyT21oeVpXWTlJaU5OU2xndE5EUTVMVlJGV0MxT0xUWTVJaUIwY21GdWMyWnZjbTA5SW5SeVlXNXpiR0YwWlNneE5UYzFMREFwSWk4K1BIVnpaU0JrWVhSaExXTTlJamMwSWlCNGJHbHVhenBvY21WbVBTSWpUVXBZTFRRME9TMVVSVmd0VGkwM05DSWdkSEpoYm5ObWIzSnRQU0owY21GdWMyeGhkR1VvTVRnMU15d3dLU0l2UGp4MWMyVWdaR0YwWVMxalBTSTJPU0lnZUd4cGJtczZhSEpsWmowaUkwMUtXQzAwTkRrdFZFVllMVTR0TmpraUlIUnlZVzV6Wm05eWJUMGlkSEpoYm5Oc1lYUmxLREl5TkRJc01Da2lMejQ4ZFhObElHUmhkR0V0WXowaU5rWWlJSGhzYVc1ck9taHlaV1k5SWlOTlNsZ3RORFE1TFZSRldDMU9MVFpHSWlCMGNtRnVjMlp2Y20wOUluUnlZVzV6YkdGMFpTZ3lOVEl3TERBcElpOCtQSFZ6WlNCa1lYUmhMV005SWpaRklpQjRiR2x1YXpwb2NtVm1QU0lqVFVwWUxUUTBPUzFVUlZndFRpMDJSU0lnZEhKaGJuTm1iM0p0UFNKMGNtRnVjMnhoZEdVb016QXlNQ3d3S1NJdlBqeDFjMlVnWkdGMFlTMWpQU0kyTVNJZ2VHeHBibXM2YUhKbFpqMGlJMDFLV0MwME5Ea3RWRVZZTFU0dE5qRWlJSFJ5WVc1elptOXliVDBpZEhKaGJuTnNZWFJsS0RNMU56WXNNQ2tpTHo0OGRYTmxJR1JoZEdFdFl6MGlOa01pSUhoc2FXNXJPbWh5WldZOUlpTk5TbGd0TkRRNUxWUkZXQzFPTFRaRElpQjBjbUZ1YzJadmNtMDlJblJ5WVc1emJHRjBaU2cwTURjMkxEQXBJaTgrUEhWelpTQmtZWFJoTFdNOUlqSXdJaUI0YkdsdWF6cG9jbVZtUFNJalRVcFlMVFEwT1MxVVJWZ3RUaTB5TUNJZ2RISmhibk5tYjNKdFBTSjBjbUZ1YzJ4aGRHVW9ORE0xTkN3d0tTSXZQangxYzJVZ1pHRjBZUzFqUFNJMk15SWdlR3hwYm1zNmFISmxaajBpSTAxS1dDMDBORGt0VkVWWUxVNHROak1pSUhSeVlXNXpabTl5YlQwaWRISmhibk5zWVhSbEtEUTJNRFFzTUNraUx6NDhkWE5sSUdSaGRHRXRZejBpTmpnaUlIaHNhVzVyT21oeVpXWTlJaU5OU2xndE5EUTVMVlJGV0MxT0xUWTRJaUIwY21GdWMyWnZjbTA5SW5SeVlXNXpiR0YwWlNnMU1EUTRMREFwSWk4K1BIVnpaU0JrWVhSaExXTTlJall4SWlCNGJHbHVhenBvY21WbVBTSWpUVXBZTFRRME9TMVVSVmd0VGkwMk1TSWdkSEpoYm5ObWIzSnRQU0owY21GdWMyeGhkR1VvTlRZd05Dd3dLU0l2UGp4MWMyVWdaR0YwWVMxalBTSTJSU0lnZUd4cGJtczZhSEpsWmowaUkwMUtXQzAwTkRrdFZFVllMVTR0TmtVaUlIUnlZVzV6Wm05eWJUMGlkSEpoYm5Oc1lYUmxLRFl4TURRc01Da2lMejQ4ZFhObElHUmhkR0V0WXowaU5qY2lJSGhzYVc1ck9taHlaV1k5SWlOTlNsZ3RORFE1TFZSRldDMU9MVFkzSWlCMGNtRnVjMlp2Y20wOUluUnlZVzV6YkdGMFpTZzJOall3TERBcElpOCtQSFZ6WlNCa1lYUmhMV005SWpZMUlpQjRiR2x1YXpwb2NtVm1QU0lqVFVwWUxUUTBPUzFVUlZndFRpMDJOU0lnZEhKaGJuTm1iM0p0UFNKMGNtRnVjMnhoZEdVb056RTJNQ3d3S1NJdlBqeDFjMlVnWkdGMFlTMWpQU0l5TUNJZ2VHeHBibXM2YUhKbFpqMGlJMDFLV0MwME5Ea3RWRVZZTFU0dE1qQWlJSFJ5WVc1elptOXliVDBpZEhKaGJuTnNZWFJsS0RjMk1EUXNNQ2tpTHo0OGRYTmxJR1JoZEdFdFl6MGlOallpSUhoc2FXNXJPbWh5WldZOUlpTk5TbGd0TkRRNUxWUkZXQzFPTFRZMklpQjBjbUZ1YzJadmNtMDlJblJ5WVc1emJHRjBaU2czT0RVMExEQXBJaTgrUEhWelpTQmtZWFJoTFdNOUlqY3lJaUI0YkdsdWF6cG9jbVZtUFNJalRVcFlMVFEwT1MxVVJWZ3RUaTAzTWlJZ2RISmhibk5tYjNKdFBTSjBjbUZ1YzJ4aGRHVW9PREUyTUN3d0tTSXZQangxYzJVZ1pHRjBZUzFqUFNJMlJpSWdlR3hwYm1zNmFISmxaajBpSTAxS1dDMDBORGt0VkVWWUxVNHROa1lpSUhSeVlXNXpabTl5YlQwaWRISmhibk5zWVhSbEtEZzFOVElzTUNraUx6NDhkWE5sSUdSaGRHRXRZejBpTmtRaUlIaHNhVzVyT21oeVpXWTlJaU5OU2xndE5EUTVMVlJGV0MxT0xUWkVJaUIwY21GdWMyWnZjbTA5SW5SeVlXNXpiR0YwWlNnNU1EVXlMREFwSWk4K1BIVnpaU0JrWVhSaExXTTlJakl3SWlCNGJHbHVhenBvY21WbVBTSWpUVXBZTFRRME9TMVVSVmd0VGkweU1DSWdkSEpoYm5ObWIzSnRQU0owY21GdWMyeGhkR1VvT1RnNE5Td3dLU0l2UGp4MWMyVWdaR0YwWVMxalBTSTJOU0lnZUd4cGJtczZhSEpsWmowaUkwMUtXQzAwTkRrdFZFVllMVTR0TmpVaUlIUnlZVzV6Wm05eWJUMGlkSEpoYm5Oc1lYUmxLREV3TVRNMUxEQXBJaTgrUEhWelpTQmtZWFJoTFdNOUlqWkRJaUI0YkdsdWF6cG9jbVZtUFNJalRVcFlMVFEwT1MxVVJWZ3RUaTAyUXlJZ2RISmhibk5tYjNKdFBTSjBjbUZ1YzJ4aGRHVW9NVEExTnprc01Da2lMejQ4ZFhObElHUmhkR0V0WXowaU5qVWlJSGhzYVc1ck9taHlaV1k5SWlOTlNsZ3RORFE1TFZSRldDMU9MVFkxSWlCMGNtRnVjMlp2Y20wOUluUnlZVzV6YkdGMFpTZ3hNRGcxTnl3d0tTSXZQangxYzJVZ1pHRjBZUzFqUFNJMk15SWdlR3hwYm1zNmFISmxaajBpSTAxS1dDMDBORGt0VkVWWUxVNHROak1pSUhSeVlXNXpabTl5YlQwaWRISmhibk5zWVhSbEtERXhNekF4TERBcElpOCtQSFZ6WlNCa1lYUmhMV005SWpjMElpQjRiR2x1YXpwb2NtVm1QU0lqVFVwWUxUUTBPUzFVUlZndFRpMDNOQ0lnZEhKaGJuTm1iM0p0UFNKMGNtRnVjMnhoZEdVb01URTNORFVzTUNraUx6NDhkWE5sSUdSaGRHRXRZejBpTnpJaUlIaHNhVzVyT21oeVpXWTlJaU5OU2xndE5EUTVMVlJGV0MxT0xUY3lJaUIwY21GdWMyWnZjbTA5SW5SeVlXNXpiR0YwWlNneE1qRXpOQ3d3S1NJdlBqeDFjMlVnWkdGMFlTMWpQU0kyT1NJZ2VHeHBibXM2YUhKbFpqMGlJMDFLV0MwME5Ea3RWRVZZTFU0dE5qa2lJSFJ5WVc1elptOXliVDBpZEhKaGJuTnNZWFJsS0RFeU5USTJMREFwSWk4K1BIVnpaU0JrWVhSaExXTTlJall6SWlCNGJHbHVhenBvY21WbVBTSWpUVXBZTFRRME9TMVVSVmd0VGkwMk15SWdkSEpoYm5ObWIzSnRQU0owY21GdWMyeGhkR1VvTVRJNE1EUXNNQ2tpTHo0OGRYTmxJR1JoZEdFdFl6MGlOakVpSUhoc2FXNXJPbWh5WldZOUlpTk5TbGd0TkRRNUxWUkZXQzFPTFRZeElpQjBjbUZ1YzJadmNtMDlJblJ5WVc1emJHRjBaU2d4TXpJME9Dd3dLU0l2UGp4MWMyVWdaR0YwWVMxalBTSTJReUlnZUd4cGJtczZhSEpsWmowaUkwMUtXQzAwTkRrdFZFVllMVTR0TmtNaUlIUnlZVzV6Wm05eWJUMGlkSEpoYm5Oc1lYUmxLREV6TnpRNExEQXBJaTgrUEhWelpTQmtZWFJoTFdNOUlqSXdJaUI0YkdsdWF6cG9jbVZtUFNJalRVcFlMVFEwT1MxVVJWZ3RUaTB5TUNJZ2RISmhibk5tYjNKdFBTSjBjbUZ1YzJ4aGRHVW9NVFF3TWpZc01Da2lMejQ4ZFhObElHUmhkR0V0WXowaU5qTWlJSGhzYVc1ck9taHlaV1k5SWlOTlNsZ3RORFE1TFZSRldDMU9MVFl6SWlCMGNtRnVjMlp2Y20wOUluUnlZVzV6YkdGMFpTZ3hOREkzTml3d0tTSXZQangxYzJVZ1pHRjBZUzFqUFNJMk5TSWdlR3hwYm1zNmFISmxaajBpSTAxS1dDMDBORGt0VkVWWUxVNHROalVpSUhSeVlXNXpabTl5YlQwaWRISmhibk5zWVhSbEtERTBOekl3TERBcElpOCtQSFZ6WlNCa1lYUmhMV005SWpaRklpQjRiR2x1YXpwb2NtVm1QU0lqVFVwWUxUUTBPUzFVUlZndFRpMDJSU0lnZEhKaGJuTm1iM0p0UFNKMGNtRnVjMnhoZEdVb01UVXhOalFzTUNraUx6NDhkWE5sSUdSaGRHRXRZejBpTnpRaUlIaHNhVzVyT21oeVpXWTlJaU5OU2xndE5EUTVMVlJGV0MxT0xUYzBJaUIwY21GdWMyWnZjbTA5SW5SeVlXNXpiR0YwWlNneE5UY3lNQ3d3S1NJdlBqeDFjMlVnWkdGMFlTMWpQU0kyTlNJZ2VHeHBibXM2YUhKbFpqMGlJMDFLV0MwME5Ea3RWRVZZTFU0dE5qVWlJSFJ5WVc1elptOXliVDBpZEhKaGJuTnNZWFJsS0RFMk1UQTVMREFwSWk4K1BIVnpaU0JrWVhSaExXTTlJamN5SWlCNGJHbHVhenBvY21WbVBTSWpUVXBZTFRRME9TMVVSVmd0VGkwM01pSWdkSEpoYm5ObWIzSnRQU0owY21GdWMyeGhkR1VvTVRZMU5UTXNNQ2tpTHo0OGRYTmxJR1JoZEdFdFl6MGlNakFpSUhoc2FXNXJPbWh5WldZOUlpTk5TbGd0TkRRNUxWUkZXQzFPTFRJd0lpQjBjbUZ1YzJadmNtMDlJblJ5WVc1emJHRjBaU2d4TmprME5Td3dLU0l2UGp4MWMyVWdaR0YwWVMxalBTSTJSaUlnZUd4cGJtczZhSEpsWmowaUkwMUtXQzAwTkRrdFZFVllMVTR0TmtZaUlIUnlZVzV6Wm05eWJUMGlkSEpoYm5Oc1lYUmxLREUzTVRrMUxEQXBJaTgrUEhWelpTQmtZWFJoTFdNOUlqWTJJaUI0YkdsdWF6cG9jbVZtUFNJalRVcFlMVFEwT1MxVVJWZ3RUaTAyTmlJZ2RISmhibk5tYjNKdFBTSjBjbUZ1YzJ4aGRHVW9NVGMyT1RVc01Da2lMejQ4ZFhObElHUmhkR0V0WXowaU1qQWlJSGhzYVc1ck9taHlaV1k5SWlOTlNsZ3RORFE1TFZSRldDMU9MVEl3SWlCMGNtRnVjMlp2Y20wOUluUnlZVzV6YkdGMFpTZ3hPREF3TVN3d0tTSXZQangxYzJVZ1pHRjBZUzFqUFNJM05DSWdlR3hwYm1zNmFISmxaajBpSTAxS1dDMDBORGt0VkVWWUxVNHROelFpSUhSeVlXNXpabTl5YlQwaWRISmhibk5zWVhSbEtERTRNalV4TERBcElpOCtQSFZ6WlNCa1lYUmhMV005SWpZNElpQjRiR2x1YXpwb2NtVm1QU0lqVFVwWUxUUTBPUzFVUlZndFRpMDJPQ0lnZEhKaGJuTm1iM0p0UFNKMGNtRnVjMnhoZEdVb01UZzJOREFzTUNraUx6NDhkWE5sSUdSaGRHRXRZejBpTmpVaUlIaHNhVzVyT21oeVpXWTlJaU5OU2xndE5EUTVMVlJGV0MxT0xUWTFJaUIwY21GdWMyWnZjbTA5SW5SeVlXNXpiR0YwWlNneE9URTVOaXd3S1NJdlBqeDFjMlVnWkdGMFlTMWpQU0l5TUNJZ2VHeHBibXM2YUhKbFpqMGlJMDFLV0MwME5Ea3RWRVZZTFU0dE1qQWlJSFJ5WVc1elptOXliVDBpZEhKaGJuTnNZWFJsS0RFNU5qUXdMREFwSWk4K1BIVnpaU0JrWVhSaExXTTlJalV3SWlCNGJHbHVhenBvY21WbVBTSWpUVXBZTFRRME9TMVVSVmd0VGkwMU1DSWdkSEpoYm5ObWIzSnRQU0owY21GdWMyeGhkR1VvTVRrNE9UQXNNQ2tpTHo0OGRYTmxJR1JoZEdFdFl6MGlOVE1pSUhoc2FXNXJPbWh5WldZOUlpTk5TbGd0TkRRNUxWUkZXQzFPTFRVeklpQjBjbUZ1YzJadmNtMDlJblJ5WVc1emJHRjBaU2d5TURVM01Td3dLU0l2UGp4MWMyVWdaR0YwWVMxalBTSTBOQ0lnZUd4cGJtczZhSEpsWmowaUkwMUtXQzAwTkRrdFZFVllMVTR0TkRRaUlIUnlZVzV6Wm05eWJUMGlkSEpoYm5Oc1lYUmxLREl4TVRJM0xEQXBJaTgrUEM5blBqd3ZaejQ4TDJjK1BHY2daR0YwWVMxdGJXd3RibTlrWlQwaWJYUnlJaUIwY21GdWMyWnZjbTA5SW5SeVlXNXpiR0YwWlNnd0xERXpNREFwSWo0OFp5QmtZWFJoTFcxdGJDMXViMlJsUFNKdGRHUWlJSFJ5WVc1elptOXliVDBpZEhKaGJuTnNZWFJsS0RJek5pNDFMREFwSWo0OFp5QmtZWFJoTFcxdGJDMXViMlJsUFNKdGMzVmlJajQ4WnlCa1lYUmhMVzF0YkMxdWIyUmxQU0p0YVNJK1BIVnpaU0JrWVhSaExXTTlJakZFTkROR0lpQjRiR2x1YXpwb2NtVm1QU0lqVFVwWUxUUTBPUzFVUlZndFNTMHhSRFF6UmlJdlBqd3ZaejQ4WnlCa1lYUmhMVzF0YkMxdWIyUmxQU0p0YVNJZ2RISmhibk5tYjNKdFBTSjBjbUZ1YzJ4aGRHVW9OekUwTEMweE5UQXBJSE5qWVd4bEtEQXVOekEzS1NJK1BIVnpaU0JrWVhSaExXTTlJakZFTkRZMUlpQjRiR2x1YXpwb2NtVm1QU0lqVFVwWUxUUTBPUzFVUlZndFNTMHhSRFEyTlNJdlBqd3ZaejQ4TDJjK1BDOW5QanhuSUdSaGRHRXRiVzFzTFc1dlpHVTlJbTEwWkNJZ2RISmhibk5tYjNKdFBTSjBjbUZ1YzJ4aGRHVW9NVFF3TlN3d0tTSStQR2NnWkdGMFlTMXRiV3d0Ym05a1pUMGliV2tpTHo0OFp5QmtZWFJoTFcxdGJDMXViMlJsUFNKdGJ5SWdkSEpoYm5ObWIzSnRQU0owY21GdWMyeGhkR1VvTWpjM0xqZ3NNQ2tpUGp4MWMyVWdaR0YwWVMxalBTSXpRU0lnZUd4cGJtczZhSEpsWmowaUkwMUtXQzAwTkRrdFZFVllMVTR0TTBFaUx6NDhMMmMrUEdjZ1pHRjBZUzF0Yld3dGJtOWtaVDBpYlhSbGVIUWlJSFJ5WVc1elptOXliVDBpZEhKaGJuTnNZWFJsS0Rnek15NDJMREFwSWo0OGRYTmxJR1JoZEdFdFl6MGlOVElpSUhoc2FXNXJPbWh5WldZOUlpTk5TbGd0TkRRNUxWUkZXQzFPTFRVeUlpOCtQSFZ6WlNCa1lYUmhMV005SWpZMUlpQjRiR2x1YXpwb2NtVm1QU0lqVFVwWUxUUTBPUzFVUlZndFRpMDJOU0lnZEhKaGJuTm1iM0p0UFNKMGNtRnVjMnhoZEdVb056TTJMREFwSWk4K1BIVnpaU0JrWVhSaExXTTlJamN6SWlCNGJHbHVhenBvY21WbVBTSWpUVXBZTFRRME9TMVVSVmd0VGkwM015SWdkSEpoYm5ObWIzSnRQU0owY21GdWMyeGhkR1VvTVRFNE1Dd3dLU0l2UGp4MWMyVWdaR0YwWVMxalBTSTJPU0lnZUd4cGJtczZhSEpsWmowaUkwMUtXQzAwTkRrdFZFVllMVTR0TmpraUlIUnlZVzV6Wm05eWJUMGlkSEpoYm5Oc1lYUmxLREUxTnpRc01Da2lMejQ4ZFhObElHUmhkR0V0WXowaU56TWlJSGhzYVc1ck9taHlaV1k5SWlOTlNsZ3RORFE1TFZSRldDMU9MVGN6SWlCMGNtRnVjMlp2Y20wOUluUnlZVzV6YkdGMFpTZ3hPRFV5TERBcElpOCtQSFZ6WlNCa1lYUmhMV005SWpjMElpQjRiR2x1YXpwb2NtVm1QU0lqVFVwWUxUUTBPUzFVUlZndFRpMDNOQ0lnZEhKaGJuTm1iM0p0UFNKMGNtRnVjMnhoZEdVb01qSTBOaXd3S1NJdlBqeDFjMlVnWkdGMFlTMWpQU0kyTVNJZ2VHeHBibXM2YUhKbFpqMGlJMDFLV0MwME5Ea3RWRVZZTFU0dE5qRWlJSFJ5WVc1elptOXliVDBpZEhKaGJuTnNZWFJsS0RJMk16VXNNQ2tpTHo0OGRYTmxJR1JoZEdFdFl6MGlOa1VpSUhoc2FXNXJPbWh5WldZOUlpTk5TbGd0TkRRNUxWUkZXQzFPTFRaRklpQjBjbUZ1YzJadmNtMDlJblJ5WVc1emJHRjBaU2d6TVRNMUxEQXBJaTgrUEhWelpTQmtZWFJoTFdNOUlqWXpJaUI0YkdsdWF6cG9jbVZtUFNJalRVcFlMVFEwT1MxVVJWZ3RUaTAyTXlJZ2RISmhibk5tYjNKdFBTSjBjbUZ1YzJ4aGRHVW9Nelk1TVN3d0tTSXZQangxYzJVZ1pHRjBZUzFqUFNJMk5TSWdlR3hwYm1zNmFISmxaajBpSTAxS1dDMDBORGt0VkVWWUxVNHROalVpSUhSeVlXNXpabTl5YlQwaWRISmhibk5zWVhSbEtEUXhNelVzTUNraUx6NDhkWE5sSUdSaGRHRXRZejBpTWpBaUlIaHNhVzVyT21oeVpXWTlJaU5OU2xndE5EUTVMVlJGV0MxT0xUSXdJaUIwY21GdWMyWnZjbTA5SW5SeVlXNXpiR0YwWlNnME5UYzVMREFwSWk4K1BIVnpaU0JrWVhSaExXTTlJalpESWlCNGJHbHVhenBvY21WbVBTSWpUVXBZTFRRME9TMVVSVmd0VGkwMlF5SWdkSEpoYm5ObWIzSnRQU0owY21GdWMyeGhkR1VvTkRneU9Td3dLU0l2UGp4MWMyVWdaR0YwWVMxalBTSTJOU0lnZUd4cGJtczZhSEpsWmowaUkwMUtXQzAwTkRrdFZFVllMVTR0TmpVaUlIUnlZVzV6Wm05eWJUMGlkSEpoYm5Oc1lYUmxLRFV4TURjc01Da2lMejQ4ZFhObElHUmhkR0V0WXowaU5rVWlJSGhzYVc1ck9taHlaV1k5SWlOTlNsZ3RORFE1TFZSRldDMU9MVFpGSWlCMGNtRnVjMlp2Y20wOUluUnlZVzV6YkdGMFpTZzFOVFV4TERBcElpOCtQSFZ6WlNCa1lYUmhMV005SWpZM0lpQjRiR2x1YXpwb2NtVm1QU0lqVFVwWUxUUTBPUzFVUlZndFRpMDJOeUlnZEhKaGJuTm1iM0p0UFNKMGNtRnVjMnhoZEdVb05qRXdOeXd3S1NJdlBqeDFjMlVnWkdGMFlTMWpQU0kzTkNJZ2VHeHBibXM2YUhKbFpqMGlJMDFLV0MwME5Ea3RWRVZZTFU0dE56UWlJSFJ5WVc1elptOXliVDBpZEhKaGJuTnNZWFJsS0RZMk1EY3NNQ2tpTHo0OGRYTmxJR1JoZEdFdFl6MGlOamdpSUhoc2FXNXJPbWh5WldZOUlpTk5TbGd0TkRRNUxWUkZXQzFPTFRZNElpQjBjbUZ1YzJadmNtMDlJblJ5WVc1emJHRjBaU2cyT1RrMkxEQXBJaTgrUEhWelpTQmtZWFJoTFdNOUlqSXdJaUI0YkdsdWF6cG9jbVZtUFNJalRVcFlMVFEwT1MxVVJWZ3RUaTB5TUNJZ2RISmhibk5tYjNKdFBTSjBjbUZ1YzJ4aGRHVW9OelUxTWl3d0tTSXZQangxYzJVZ1pHRjBZUzFqUFNJMlJpSWdlR3hwYm1zNmFISmxaajBpSTAxS1dDMDBORGt0VkVWWUxVNHROa1lpSUhSeVlXNXpabTl5YlQwaWRISmhibk5zWVhSbEtEYzRNRElzTUNraUx6NDhkWE5sSUdSaGRHRXRZejBpTmpZaUlIaHNhVzVyT21oeVpXWTlJaU5OU2xndE5EUTVMVlJGV0MxT0xUWTJJaUIwY21GdWMyWnZjbTA5SW5SeVlXNXpiR0YwWlNnNE16QXlMREFwSWk4K1BIVnpaU0JrWVhSaExXTTlJakl3SWlCNGJHbHVhenBvY21WbVBTSWpUVXBZTFRRME9TMVVSVmd0VGkweU1DSWdkSEpoYm5ObWIzSnRQU0owY21GdWMyeGhkR1VvT0RZd09Dd3dLU0l2UGp4MWMyVWdaR0YwWVMxalBTSTNOQ0lnZUd4cGJtczZhSEpsWmowaUkwMUtXQzAwTkRrdFZFVllMVTR0TnpRaUlIUnlZVzV6Wm05eWJUMGlkSEpoYm5Oc1lYUmxLRGc0TlRnc01Da2lMejQ4ZFhObElHUmhkR0V0WXowaU5qZ2lJSGhzYVc1ck9taHlaV1k5SWlOTlNsZ3RORFE1TFZSRldDMU9MVFk0SWlCMGNtRnVjMlp2Y20wOUluUnlZVzV6YkdGMFpTZzVNalEzTERBcElpOCtQSFZ6WlNCa1lYUmhMV005SWpZMUlpQjRiR2x1YXpwb2NtVm1QU0lqVFVwWUxUUTBPUzFVUlZndFRpMDJOU0lnZEhKaGJuTm1iM0p0UFNKMGNtRnVjMnhoZEdVb09UZ3dNeXd3S1NJdlBqeDFjMlVnWkdGMFlTMWpQU0l5TUNJZ2VHeHBibXM2YUhKbFpqMGlJMDFLV0MwME5Ea3RWRVZZTFU0dE1qQWlJSFJ5WVc1elptOXliVDBpZEhKaGJuTnNZWFJsS0RFd01qUTNMREFwSWk4K1BIVnpaU0JrWVhSaExXTTlJalV3SWlCNGJHbHVhenBvY21WbVBTSWpUVXBZTFRRME9TMVVSVmd0VGkwMU1DSWdkSEpoYm5ObWIzSnRQU0owY21GdWMyeGhkR1VvTVRBME9UY3NNQ2tpTHo0OGRYTmxJR1JoZEdFdFl6MGlOVE1pSUhoc2FXNXJPbWh5WldZOUlpTk5TbGd0TkRRNUxWUkZXQzFPTFRVeklpQjBjbUZ1YzJadmNtMDlJblJ5WVc1emJHRjBaU2d4TVRFM09Dd3dLU0l2UGp4MWMyVWdaR0YwWVMxalBTSTBOQ0lnZUd4cGJtczZhSEpsWmowaUkwMUtXQzAwTkRrdFZFVllMVTR0TkRRaUlIUnlZVzV6Wm05eWJUMGlkSEpoYm5Oc1lYUmxLREV4TnpNMExEQXBJaTgrUEM5blBqd3ZaejQ4TDJjK1BHY2daR0YwWVMxdGJXd3RibTlrWlQwaWJYUnlJaUIwY21GdWMyWnZjbTA5SW5SeVlXNXpiR0YwWlNnd0xEQXBJajQ4WnlCa1lYUmhMVzF0YkMxdWIyUmxQU0p0ZEdRaUlIUnlZVzV6Wm05eWJUMGlkSEpoYm5Oc1lYUmxLRFk0TERBcElqNDhaeUJrWVhSaExXMXRiQzF1YjJSbFBTSnRhU0krUEhWelpTQmtZWFJoTFdNOUlqTTVOQ0lnZUd4cGJtczZhSEpsWmowaUkwMUtXQzAwTkRrdFZFVllMVTR0TXprMElpOCtQQzluUGp4bklHUmhkR0V0Ylcxc0xXNXZaR1U5SW0xcElpQjBjbUZ1YzJadmNtMDlJblJ5WVc1emJHRjBaU2c0TXpNc01Da2lQangxYzJVZ1pHRjBZUzFqUFNJeFJEUXpReUlnZUd4cGJtczZhSEpsWmowaUkwMUtXQzAwTkRrdFZFVllMVWt0TVVRME0wTWlMejQ4TDJjK1BDOW5QanhuSUdSaGRHRXRiVzFzTFc1dlpHVTlJbTEwWkNJZ2RISmhibk5tYjNKdFBTSjBjbUZ1YzJ4aGRHVW9NVFF3TlN3d0tTSStQR2NnWkdGMFlTMXRiV3d0Ym05a1pUMGliV2tpTHo0OFp5QmtZWFJoTFcxdGJDMXViMlJsUFNKdGJ5SWdkSEpoYm5ObWIzSnRQU0owY21GdWMyeGhkR1VvTWpjM0xqZ3NNQ2tpUGp4MWMyVWdaR0YwWVMxalBTSXpRU0lnZUd4cGJtczZhSEpsWmowaUkwMUtXQzAwTkRrdFZFVllMVTR0TTBFaUx6NDhMMmMrUEdjZ1pHRjBZUzF0Yld3dGJtOWtaVDBpYlhSbGVIUWlJSFJ5WVc1elptOXliVDBpZEhKaGJuTnNZWFJsS0Rnek15NDJMREFwSWo0OGRYTmxJR1JoZEdFdFl6MGlORE1pSUhoc2FXNXJPbWh5WldZOUlpTk5TbGd0TkRRNUxWUkZXQzFPTFRReklpOCtQSFZ6WlNCa1lYUmhMV005SWpZNElpQjRiR2x1YXpwb2NtVm1QU0lqVFVwWUxUUTBPUzFVUlZndFRpMDJPQ0lnZEhKaGJuTm1iM0p0UFNKMGNtRnVjMnhoZEdVb056SXlMREFwSWk4K1BIVnpaU0JrWVhSaExXTTlJall4SWlCNGJHbHVhenBvY21WbVBTSWpUVXBZTFRRME9TMVVSVmd0VGkwMk1TSWdkSEpoYm5ObWIzSnRQU0owY21GdWMyeGhkR1VvTVRJM09Dd3dLU0l2UGp4MWMyVWdaR0YwWVMxalBTSTJSU0lnZUd4cGJtczZhSEpsWmowaUkwMUtXQzAwTkRrdFZFVllMVTR0TmtVaUlIUnlZVzV6Wm05eWJUMGlkSEpoYm5Oc1lYUmxLREUzTnpnc01Da2lMejQ4ZFhObElHUmhkR0V0WXowaU5qY2lJSGhzYVc1ck9taHlaV1k5SWlOTlNsZ3RORFE1TFZSRldDMU9MVFkzSWlCMGNtRnVjMlp2Y20wOUluUnlZVzV6YkdGMFpTZ3lNek0wTERBcElpOCtQSFZ6WlNCa1lYUmhMV005SWpZMUlpQjRiR2x1YXpwb2NtVm1QU0lqVFVwWUxUUTBPUzFVUlZndFRpMDJOU0lnZEhKaGJuTm1iM0p0UFNKMGNtRnVjMnhoZEdVb01qZ3pOQ3d3S1NJdlBqeDFjMlVnWkdGMFlTMWpQU0l5TUNJZ2VHeHBibXM2YUhKbFpqMGlJMDFLV0MwME5Ea3RWRVZZTFU0dE1qQWlJSFJ5WVc1elptOXliVDBpZEhKaGJuTnNZWFJsS0RNeU56Z3NNQ2tpTHo0OGRYTmxJR1JoZEdFdFl6MGlOamtpSUhoc2FXNXJPbWh5WldZOUlpTk5TbGd0TkRRNUxWUkZXQzFPTFRZNUlpQjBjbUZ1YzJadmNtMDlJblJ5WVc1emJHRjBaU2d6TlRJNExEQXBJaTgrUEhWelpTQmtZWFJoTFdNOUlqWkZJaUI0YkdsdWF6cG9jbVZtUFNJalRVcFlMVFEwT1MxVVJWZ3RUaTAyUlNJZ2RISmhibk5tYjNKdFBTSjBjbUZ1YzJ4aGRHVW9Nemd3Tml3d0tTSXZQangxYzJVZ1pHRjBZUzFqUFNJeU1DSWdlR3hwYm1zNmFISmxaajBpSTAxS1dDMDBORGt0VkVWWUxVNHRNakFpSUhSeVlXNXpabTl5YlQwaWRISmhibk5zWVhSbEtEUXpOaklzTUNraUx6NDhkWE5sSUdSaGRHRXRZejBpTmtZaUlIaHNhVzVyT21oeVpXWTlJaU5OU2xndE5EUTVMVlJGV0MxT0xUWkdJaUIwY21GdWMyWnZjbTA5SW5SeVlXNXpiR0YwWlNnME5qRXlMREFwSWk4K1BIVnpaU0JrWVhSaExXTTlJamMxSWlCNGJHbHVhenBvY21WbVBTSWpUVXBZTFRRME9TMVVSVmd0VGkwM05TSWdkSEpoYm5ObWIzSnRQU0owY21GdWMyeGhkR1VvTlRFeE1pd3dLU0l2UGp4MWMyVWdaR0YwWVMxalBTSTNOQ0lnZUd4cGJtczZhSEpsWmowaUkwMUtXQzAwTkRrdFZFVllMVTR0TnpRaUlIUnlZVzV6Wm05eWJUMGlkSEpoYm5Oc1lYUmxLRFUyTmpnc01Da2lMejQ4ZFhObElHUmhkR0V0WXowaU56QWlJSGhzYVc1ck9taHlaV1k5SWlOTlNsZ3RORFE1TFZSRldDMU9MVGN3SWlCMGNtRnVjMlp2Y20wOUluUnlZVzV6YkdGMFpTZzJNRFUzTERBcElpOCtQSFZ6WlNCa1lYUmhMV005SWpjMUlpQjRiR2x1YXpwb2NtVm1QU0lqVFVwWUxUUTBPUzFVUlZndFRpMDNOU0lnZEhKaGJuTm1iM0p0UFNKMGNtRnVjMnhoZEdVb05qWXhNeXd3S1NJdlBqeDFjMlVnWkdGMFlTMWpQU0kzTkNJZ2VHeHBibXM2YUhKbFpqMGlJMDFLV0MwME5Ea3RWRVZZTFU0dE56UWlJSFJ5WVc1elptOXliVDBpZEhKaGJuTnNZWFJsS0RjeE5qa3NNQ2tpTHo0OGRYTmxJR1JoZEdFdFl6MGlNakFpSUhoc2FXNXJPbWh5WldZOUlpTk5TbGd0TkRRNUxWUkZXQzFPTFRJd0lpQjBjbUZ1YzJadmNtMDlJblJ5WVc1emJHRjBaU2czTlRVNExEQXBJaTgrUEhWelpTQmtZWFJoTFdNOUlqWXpJaUI0YkdsdWF6cG9jbVZtUFNJalRVcFlMVFEwT1MxVVJWZ3RUaTAyTXlJZ2RISmhibk5tYjNKdFBTSjBjbUZ1YzJ4aGRHVW9Oemd3T0N3d0tTSXZQangxYzJVZ1pHRjBZUzFqUFNJM05TSWdlR3hwYm1zNmFISmxaajBpSTAxS1dDMDBORGt0VkVWWUxVNHROelVpSUhSeVlXNXpabTl5YlQwaWRISmhibk5zWVhSbEtEZ3lOVElzTUNraUx6NDhkWE5sSUdSaGRHRXRZejBpTnpJaUlIaHNhVzVyT21oeVpXWTlJaU5OU2xndE5EUTVMVlJGV0MxT0xUY3lJaUIwY21GdWMyWnZjbTA5SW5SeVlXNXpiR0YwWlNnNE9EQTRMREFwSWk4K1BIVnpaU0JrWVhSaExXTTlJamN5SWlCNGJHbHVhenBvY21WbVBTSWpUVXBZTFRRME9TMVVSVmd0VGkwM01pSWdkSEpoYm5ObWIzSnRQU0owY21GdWMyeGhkR1VvT1RJd01Dd3dLU0l2UGp4MWMyVWdaR0YwWVMxalBTSTJOU0lnZUd4cGJtczZhSEpsWmowaUkwMUtXQzAwTkRrdFZFVllMVTR0TmpVaUlIUnlZVzV6Wm05eWJUMGlkSEpoYm5Oc1lYUmxLRGsxT1RJc01Da2lMejQ4ZFhObElHUmhkR0V0WXowaU5rVWlJSGhzYVc1ck9taHlaV1k5SWlOTlNsZ3RORFE1TFZSRldDMU9MVFpGSWlCMGNtRnVjMlp2Y20wOUluUnlZVzV6YkdGMFpTZ3hNREF6Tml3d0tTSXZQangxYzJVZ1pHRjBZUzFqUFNJM05DSWdlR3hwYm1zNmFISmxaajBpSTAxS1dDMDBORGt0VkVWWUxVNHROelFpSUhSeVlXNXpabTl5YlQwaWRISmhibk5zWVhSbEtERXdOVGt5TERBcElpOCtQQzluUGp3dlp6NDhMMmMrUEdjZ1pHRjBZUzF0Yld3dGJtOWtaVDBpYlhSeUlpQjBjbUZ1YzJadmNtMDlJblJ5WVc1emJHRjBaU2d3TEMweE16QXdLU0krUEdjZ1pHRjBZUzF0Yld3dGJtOWtaVDBpYlhSa0lpQjBjbUZ1YzJadmNtMDlJblJ5WVc1emJHRjBaU2cxTXprdU1Td3dLU0krUEdjZ1pHRjBZUzF0Yld3dGJtOWtaVDBpYlhOMVlpSStQR2NnWkdGMFlTMXRiV3d0Ym05a1pUMGliV2tpUGp4MWMyVWdaR0YwWVMxalBTSXhSRFF6UXlJZ2VHeHBibXM2YUhKbFpqMGlJMDFLV0MwME5Ea3RWRVZZTFVrdE1VUTBNME1pTHo0OEwyYytQR2NnWkdGMFlTMXRiV3d0Ym05a1pUMGliV2tpSUhSeVlXNXpabTl5YlQwaWRISmhibk5zWVhSbEtEUTNNeXd0TVRVd0tTQnpZMkZzWlNnd0xqY3dOeWtpUGp4MWMyVWdaR0YwWVMxalBTSXhSRFExUXlJZ2VHeHBibXM2YUhKbFpqMGlJMDFLV0MwME5Ea3RWRVZZTFVrdE1VUTBOVU1pTHo0OEwyYytQQzluUGp3dlp6NDhaeUJrWVhSaExXMXRiQzF1YjJSbFBTSnRkR1FpSUhSeVlXNXpabTl5YlQwaWRISmhibk5zWVhSbEtERTBNRFVzTUNraVBqeG5JR1JoZEdFdGJXMXNMVzV2WkdVOUltMXBJaTgrUEdjZ1pHRjBZUzF0Yld3dGJtOWtaVDBpYlc4aUlIUnlZVzV6Wm05eWJUMGlkSEpoYm5Oc1lYUmxLREkzTnk0NExEQXBJajQ4ZFhObElHUmhkR0V0WXowaU0wRWlJSGhzYVc1ck9taHlaV1k5SWlOTlNsZ3RORFE1TFZSRldDMU9MVE5CSWk4K1BDOW5QanhuSUdSaGRHRXRiVzFzTFc1dlpHVTlJbTEwWlhoMElpQjBjbUZ1YzJadmNtMDlJblJ5WVc1emJHRjBaU2c0TXpNdU5pd3dLU0krUEhWelpTQmtZWFJoTFdNOUlqVTBJaUI0YkdsdWF6cG9jbVZtUFNJalRVcFlMVFEwT1MxVVJWZ3RUaTAxTkNJdlBqeDFjMlVnWkdGMFlTMWpQU0kyUmlJZ2VHeHBibXM2YUhKbFpqMGlJMDFLV0MwME5Ea3RWRVZZTFU0dE5rWWlJSFJ5WVc1elptOXliVDBpZEhKaGJuTnNZWFJsS0RjeU1pd3dLU0l2UGp4MWMyVWdaR0YwWVMxalBTSTNOQ0lnZUd4cGJtczZhSEpsWmowaUkwMUtXQzAwTkRrdFZFVllMVTR0TnpRaUlIUnlZVzV6Wm05eWJUMGlkSEpoYm5Oc1lYUmxLREV5TWpJc01Da2lMejQ4ZFhObElHUmhkR0V0WXowaU5qRWlJSGhzYVc1ck9taHlaV1k5SWlOTlNsZ3RORFE1TFZSRldDMU9MVFl4SWlCMGNtRnVjMlp2Y20wOUluUnlZVzV6YkdGMFpTZ3hOakV4TERBcElpOCtQSFZ6WlNCa1lYUmhMV005SWpaRElpQjRiR2x1YXpwb2NtVm1QU0lqVFVwWUxUUTBPUzFVUlZndFRpMDJReUlnZEhKaGJuTm1iM0p0UFNKMGNtRnVjMnhoZEdVb01qRXhNU3d3S1NJdlBqeDFjMlVnWkdGMFlTMWpQU0l5TUNJZ2VHeHBibXM2YUhKbFpqMGlJMDFLV0MwME5Ea3RWRVZZTFU0dE1qQWlJSFJ5WVc1elptOXliVDBpZEhKaGJuTnNZWFJsS0RJek9Ea3NNQ2tpTHo0OGRYTmxJR1JoZEdFdFl6MGlOak1pSUhoc2FXNXJPbWh5WldZOUlpTk5TbGd0TkRRNUxWUkZXQzFPTFRZeklpQjBjbUZ1YzJadmNtMDlJblJ5WVc1emJHRjBaU2d5TmpNNUxEQXBJaTgrUEhWelpTQmtZWFJoTFdNOUlqYzFJaUI0YkdsdWF6cG9jbVZtUFNJalRVcFlMVFEwT1MxVVJWZ3RUaTAzTlNJZ2RISmhibk5tYjNKdFBTSjBjbUZ1YzJ4aGRHVW9NekE0TXl3d0tTSXZQangxYzJVZ1pHRjBZUzFqUFNJM01pSWdlR3hwYm1zNmFISmxaajBpSTAxS1dDMDBORGt0VkVWWUxVNHROeklpSUhSeVlXNXpabTl5YlQwaWRISmhibk5zWVhSbEtETTJNemtzTUNraUx6NDhkWE5sSUdSaGRHRXRZejBpTnpJaUlIaHNhVzVyT21oeVpXWTlJaU5OU2xndE5EUTVMVlJGV0MxT0xUY3lJaUIwY21GdWMyWnZjbTA5SW5SeVlXNXpiR0YwWlNnME1ETXhMREFwSWk4K1BIVnpaU0JrWVhSaExXTTlJalkxSWlCNGJHbHVhenBvY21WbVBTSWpUVXBZTFRRME9TMVVSVmd0VGkwMk5TSWdkSEpoYm5ObWIzSnRQU0owY21GdWMyeGhkR1VvTkRReU15d3dLU0l2UGp4MWMyVWdaR0YwWVMxalBTSTJSU0lnZUd4cGJtczZhSEpsWmowaUkwMUtXQzAwTkRrdFZFVllMVTR0TmtVaUlIUnlZVzV6Wm05eWJUMGlkSEpoYm5Oc1lYUmxLRFE0Tmpjc01Da2lMejQ4ZFhObElHUmhkR0V0WXowaU56UWlJSGhzYVc1ck9taHlaV1k5SWlOTlNsZ3RORFE1TFZSRldDMU9MVGMwSWlCMGNtRnVjMlp2Y20wOUluUnlZVzV6YkdGMFpTZzFOREl6TERBcElpOCtQSFZ6WlNCa1lYUmhMV005SWpJd0lpQjRiR2x1YXpwb2NtVm1QU0lqVFVwWUxUUTBPUzFVUlZndFRpMHlNQ0lnZEhKaGJuTm1iM0p0UFNKMGNtRnVjMnhoZEdVb05UZ3hNaXd3S1NJdlBqeDFjMlVnWkdGMFlTMWpQU0kyTVNJZ2VHeHBibXM2YUhKbFpqMGlJMDFLV0MwME5Ea3RWRVZZTFU0dE5qRWlJSFJ5WVc1elptOXliVDBpZEhKaGJuTnNZWFJsS0RZd05qSXNNQ2tpTHo0OGRYTmxJR1JoZEdFdFl6MGlOak1pSUhoc2FXNXJPbWh5WldZOUlpTk5TbGd0TkRRNUxWUkZXQzFPTFRZeklpQjBjbUZ1YzJadmNtMDlJblJ5WVc1emJHRjBaU2cyTlRZeUxEQXBJaTgrUEhWelpTQmtZWFJoTFdNOUlqY3lJaUI0YkdsdWF6cG9jbVZtUFNJalRVcFlMVFEwT1MxVVJWZ3RUaTAzTWlJZ2RISmhibk5tYjNKdFBTSjBjbUZ1YzJ4aGRHVW9OekF3Tml3d0tTSXZQangxYzJVZ1pHRjBZUzFqUFNJMlJpSWdlR3hwYm1zNmFISmxaajBpSTAxS1dDMDBORGt0VkVWWUxVNHROa1lpSUhSeVlXNXpabTl5YlQwaWRISmhibk5zWVhSbEtEY3pPVGdzTUNraUx6NDhkWE5sSUdSaGRHRXRZejBpTnpNaUlIaHNhVzVyT21oeVpXWTlJaU5OU2xndE5EUTVMVlJGV0MxT0xUY3pJaUIwY21GdWMyWnZjbTA5SW5SeVlXNXpiR0YwWlNnM09EazRMREFwSWk4K1BIVnpaU0JrWVhSaExXTTlJamN6SWlCNGJHbHVhenBvY21WbVBTSWpUVXBZTFRRME9TMVVSVmd0VGkwM015SWdkSEpoYm5ObWIzSnRQU0owY21GdWMyeGhkR1VvT0RJNU1pd3dLU0l2UGp4MWMyVWdaR0YwWVMxalBTSXlNQ0lnZUd4cGJtczZhSEpsWmowaUkwMUtXQzAwTkRrdFZFVllMVTR0TWpBaUlIUnlZVzV6Wm05eWJUMGlkSEpoYm5Oc1lYUmxLRGcyT0RZc01Da2lMejQ4ZFhObElHUmhkR0V0WXowaU5qVWlJSGhzYVc1ck9taHlaV1k5SWlOTlNsZ3RORFE1TFZSRldDMU9MVFkxSWlCMGNtRnVjMlp2Y20wOUluUnlZVzV6YkdGMFpTZzRPVE0yTERBcElpOCtQSFZ6WlNCa1lYUmhMV005SWpaRElpQjRiR2x1YXpwb2NtVm1QU0lqVFVwWUxUUTBPUzFVUlZndFRpMDJReUlnZEhKaGJuTm1iM0p0UFNKMGNtRnVjMnhoZEdVb09UTTRNQ3d3S1NJdlBqeDFjMlVnWkdGMFlTMWpQU0kyTlNJZ2VHeHBibXM2YUhKbFpqMGlJMDFLV0MwME5Ea3RWRVZZTFU0dE5qVWlJSFJ5WVc1elptOXliVDBpZEhKaGJuTnNZWFJsS0RrMk5UZ3NNQ2tpTHo0OGRYTmxJR1JoZEdFdFl6MGlOak1pSUhoc2FXNXJPbWh5WldZOUlpTk5TbGd0TkRRNUxWUkZXQzFPTFRZeklpQjBjbUZ1YzJadmNtMDlJblJ5WVc1emJHRjBaU2d4TURFd01pd3dLU0l2UGp4MWMyVWdaR0YwWVMxalBTSTNOQ0lnZUd4cGJtczZhSEpsWmowaUkwMUtXQzAwTkRrdFZFVllMVTR0TnpRaUlIUnlZVzV6Wm05eWJUMGlkSEpoYm5Oc1lYUmxLREV3TlRRMkxEQXBJaTgrUEhWelpTQmtZWFJoTFdNOUlqY3lJaUI0YkdsdWF6cG9jbVZtUFNJalRVcFlMVFEwT1MxVVJWZ3RUaTAzTWlJZ2RISmhibk5tYjNKdFBTSjBjbUZ1YzJ4aGRHVW9NVEE1TXpVc01Da2lMejQ4ZFhObElHUmhkR0V0WXowaU5rWWlJSGhzYVc1ck9taHlaV1k5SWlOTlNsZ3RORFE1TFZSRldDMU9MVFpHSWlCMGNtRnVjMlp2Y20wOUluUnlZVzV6YkdGMFpTZ3hNVE15Tnl3d0tTSXZQangxYzJVZ1pHRjBZUzFqUFNJMk5DSWdlR3hwYm1zNmFISmxaajBpSTAxS1dDMDBORGt0VkVWWUxVNHROalFpSUhSeVlXNXpabTl5YlQwaWRISmhibk5zWVhSbEtERXhPREkzTERBcElpOCtQSFZ6WlNCa1lYUmhMV005SWpZMUlpQjRiR2x1YXpwb2NtVm1QU0lqVFVwWUxUUTBPUzFVUlZndFRpMDJOU0lnZEhKaGJuTm1iM0p0UFNKMGNtRnVjMnhoZEdVb01USXpPRE1zTUNraUx6NDhkWE5sSUdSaGRHRXRZejBpTnpNaUlIaHNhVzVyT21oeVpXWTlJaU5OU2xndE5EUTVMVlJGV0MxT0xUY3pJaUIwY21GdWMyWnZjbTA5SW5SeVlXNXpiR0YwWlNneE1qZ3lOeXd3S1NJdlBqd3ZaejQ4TDJjK1BDOW5QanhuSUdSaGRHRXRiVzFzTFc1dlpHVTlJbTEwY2lJZ2RISmhibk5tYjNKdFBTSjBjbUZ1YzJ4aGRHVW9NQ3d0TWpZd01Da2lQanhuSUdSaGRHRXRiVzFzTFc1dlpHVTlJbTEwWkNJZ2RISmhibk5tYjNKdFBTSjBjbUZ1YzJ4aGRHVW9ORFUzTGpjc01Da2lQanhuSUdSaGRHRXRiVzFzTFc1dlpHVTlJbTF6ZFdJaVBqeG5JR1JoZEdFdGJXMXNMVzV2WkdVOUltMXBJajQ4ZFhObElHUmhkR0V0WXowaU1VUTBNME1pSUhoc2FXNXJPbWh5WldZOUlpTk5TbGd0TkRRNUxWUkZXQzFKTFRGRU5ETkRJaTgrUEM5blBqeG5JR1JoZEdFdGJXMXNMVzV2WkdVOUltMXBJaUIwY21GdWMyWnZjbTA5SW5SeVlXNXpiR0YwWlNnME56TXNMVEUxTUNrZ2MyTmhiR1VvTUM0M01EY3BJajQ4ZFhObElHUmhkR0V0WXowaU1VUTBOVUlpSUhoc2FXNXJPbWh5WldZOUlpTk5TbGd0TkRRNUxWUkZXQzFKTFRGRU5EVkNJaTgrUEM5blBqd3ZaejQ4TDJjK1BHY2daR0YwWVMxdGJXd3RibTlrWlQwaWJYUmtJaUIwY21GdWMyWnZjbTA5SW5SeVlXNXpiR0YwWlNneE5EQTFMREFwSWo0OFp5QmtZWFJoTFcxdGJDMXViMlJsUFNKdGFTSXZQanhuSUdSaGRHRXRiVzFzTFc1dlpHVTlJbTF2SWlCMGNtRnVjMlp2Y20wOUluUnlZVzV6YkdGMFpTZ3lOemN1T0N3d0tTSStQSFZ6WlNCa1lYUmhMV005SWpOQklpQjRiR2x1YXpwb2NtVm1QU0lqVFVwWUxUUTBPUzFVUlZndFRpMHpRU0l2UGp3dlp6NDhaeUJrWVhSaExXMXRiQzF1YjJSbFBTSnRkR1Y0ZENJZ2RISmhibk5tYjNKdFBTSjBjbUZ1YzJ4aGRHVW9PRE16TGpZc01Da2lQangxYzJVZ1pHRjBZUzFqUFNJMFJTSWdlR3hwYm1zNmFISmxaajBpSTAxS1dDMDBORGt0VkVWWUxVNHRORVVpTHo0OGRYTmxJR1JoZEdFdFl6MGlOa1lpSUhoc2FXNXJPbWh5WldZOUlpTk5TbGd0TkRRNUxWUkZXQzFPTFRaR0lpQjBjbUZ1YzJadmNtMDlJblJ5WVc1emJHRjBaU2czTlRBc01Da2lMejQ4ZFhObElHUmhkR0V0WXowaU5qa2lJSGhzYVc1ck9taHlaV1k5SWlOTlNsZ3RORFE1TFZSRldDMU9MVFk1SWlCMGNtRnVjMlp2Y20wOUluUnlZVzV6YkdGMFpTZ3hNalV3TERBcElpOCtQSFZ6WlNCa1lYUmhMV005SWpjeklpQjRiR2x1YXpwb2NtVm1QU0lqVFVwWUxUUTBPUzFVUlZndFRpMDNNeUlnZEhKaGJuTm1iM0p0UFNKMGNtRnVjMnhoZEdVb01UVXlPQ3d3S1NJdlBqeDFjMlVnWkdGMFlTMWpQU0kyTlNJZ2VHeHBibXM2YUhKbFpqMGlJMDFLV0MwME5Ea3RWRVZZTFU0dE5qVWlJSFJ5WVc1elptOXliVDBpZEhKaGJuTnNZWFJsS0RFNU1qSXNNQ2tpTHo0OGRYTmxJR1JoZEdFdFl6MGlNakFpSUhoc2FXNXJPbWh5WldZOUlpTk5TbGd0TkRRNUxWUkZXQzFPTFRJd0lpQjBjbUZ1YzJadmNtMDlJblJ5WVc1emJHRjBaU2d5TXpZMkxEQXBJaTgrUEhWelpTQmtZWFJoTFdNOUlqWXpJaUI0YkdsdWF6cG9jbVZtUFNJalRVcFlMVFEwT1MxVVJWZ3RUaTAyTXlJZ2RISmhibk5tYjNKdFBTSjBjbUZ1YzJ4aGRHVW9Nall4Tml3d0tTSXZQangxYzJVZ1pHRjBZUzFqUFNJM05TSWdlR3hwYm1zNmFISmxaajBpSTAxS1dDMDBORGt0VkVWWUxVNHROelVpSUhSeVlXNXpabTl5YlQwaWRISmhibk5zWVhSbEtETXdOakFzTUNraUx6NDhkWE5sSUdSaGRHRXRZejBpTnpJaUlIaHNhVzVyT21oeVpXWTlJaU5OU2xndE5EUTVMVlJGV0MxT0xUY3lJaUIwY21GdWMyWnZjbTA5SW5SeVlXNXpiR0YwWlNnek5qRTJMREFwSWk4K1BIVnpaU0JrWVhSaExXTTlJamN5SWlCNGJHbHVhenBvY21WbVBTSWpUVXBZTFRRME9TMVVSVmd0VGkwM01pSWdkSEpoYm5ObWIzSnRQU0owY21GdWMyeGhkR1VvTkRBd09Dd3dLU0l2UGp4MWMyVWdaR0YwWVMxalBTSTJOU0lnZUd4cGJtczZhSEpsWmowaUkwMUtXQzAwTkRrdFZFVllMVTR0TmpVaUlIUnlZVzV6Wm05eWJUMGlkSEpoYm5Oc1lYUmxLRFEwTURBc01Da2lMejQ4ZFhObElHUmhkR0V0WXowaU5rVWlJSGhzYVc1ck9taHlaV1k5SWlOTlNsZ3RORFE1TFZSRldDMU9MVFpGSWlCMGNtRnVjMlp2Y20wOUluUnlZVzV6YkdGMFpTZzBPRFEwTERBcElpOCtQSFZ6WlNCa1lYUmhMV005SWpjMElpQjRiR2x1YXpwb2NtVm1QU0lqVFVwWUxUUTBPUzFVUlZndFRpMDNOQ0lnZEhKaGJuTm1iM0p0UFNKMGNtRnVjMnhoZEdVb05UUXdNQ3d3S1NJdlBqd3ZaejQ4TDJjK1BDOW5Qand2Wno0OEwyYytQQzluUGp3dmMzWm5QZz09IiwKCSJSZWFsVmlld1NpemVKc29uIiA6ICJ7XCJoZWlnaHRcIjoyMTc4LjU3MTQ3MjE2Nzk2ODgsXCJ3aWR0aFwiOjg1MDB9Igp9Cg=="/>
    </extobj>
    <extobj name="2384804F-3998-4D57-9195-F3826E402611-7">
      <extobjdata type="2384804F-3998-4D57-9195-F3826E402611" data="ewoJIkltZ1NldHRpbmdKc29uIiA6ICJ7XCJoZWlnaHRcIjoxNS4xNzg1NzE0Mjg1NzE0MjcsXCJ3aWR0aFwiOjgxLjI0OTk5OTk5OTk5OTk5fSIsCgkiTGF0ZXgiIDogIlxcdGF1ID0gUiBcXGNkb3QgQ19UIiwKCSJMYXRleEltZ0Jhc2U2NCIgOiAiUEhOMlp5QjRiV3h1Y3owaWFIUjBjRG92TDNkM2R5NTNNeTV2Y21jdk1qQXdNQzl6ZG1jaUlIZHBaSFJvUFNJeE1DNDBOMlY0SWlCb1pXbG5hSFE5SWpFdU9UTTBaWGdpSUhKdmJHVTlJbWx0WnlJZ1ptOWpkWE5oWW14bFBTSm1ZV3h6WlNJZ2RtbGxkMEp2ZUQwaU1DQXROekExSURRMk1qY3VPQ0E0TlRVaUlIaHRiRzV6T25oc2FXNXJQU0pvZEhSd09pOHZkM2QzTG5jekxtOXlaeTh4T1RrNUwzaHNhVzVySWlCaGNtbGhMV2hwWkdSbGJqMGlkSEoxWlNJZ2MzUjViR1U5SW5abGNuUnBZMkZzTFdGc2FXZHVPaUF0TUM0ek16bGxlRHNnYldGNExYZHBaSFJvT2lBNU9DVTdJajQ4WkdWbWN6NDhjR0YwYUNCcFpEMGlUVXBZTFRNMUxWUkZXQzFKTFRGRU56QkdJaUJrUFNKTk16a2dNamcwVVRFNElESTROQ0F4T0NBeU9UUlJNVGdnTXpBeElEUTFJRE16T0ZRNU9TQXpPVGhSTVRNMElEUXlOU0F4TmpRZ05ESTVVVEUzTUNBME16RWdNek15SURRek1WRTBPVElnTkRNeElEUTVOeUEwTWpsUk5URTNJRFF5TkNBMU1UY2dOREF5VVRVeE55QXpPRGdnTlRBNElETTNObFEwT0RVZ016WXdVVFEzT1NBek5UZ2dNemc1SURNMU9GUXlPVGtnTXpVMlVUSTVPQ0F6TlRVZ01qZ3pJREkzTkZReU5URWdNVEE1VkRJek15QXlNRkV5TWpnZ05TQXlNVFVnTFRSVU1UZzJJQzB4TTFFeE5UTWdMVEV6SURFMU15QXlNRll6TUV3eU1ETWdNVGt5VVRJeE5DQXlNamdnTWpJM0lESTNNbFF5TkRnZ016TTJUREkxTkNBek5UZFJNalUwSURNMU9DQXlNRGdnTXpVNFVUSXdOaUF6TlRnZ01UazNJRE0xT0ZReE9ETWdNelU1VVRFd05TQXpOVGtnTmpFZ01qazFVVFUySURJNE55QTFNeUF5T0RaVU16a2dNamcwV2lJdlBqeHdZWFJvSUdsa1BTSk5TbGd0TXpVdFZFVllMVTR0TTBRaUlHUTlJazAxTmlBek5EZFJOVFlnTXpZd0lEY3dJRE0yTjBnM01EZFJOekl5SURNMU9TQTNNaklnTXpRM1VUY3lNaUF6TXpZZ056QTRJRE15T0V3ek9UQWdNekkzU0RjeVVUVTJJRE16TWlBMU5pQXpORGRhVFRVMklERTFNMUUxTmlBeE5qZ2dOeklnTVRjelNEY3dPRkUzTWpJZ01UWXpJRGN5TWlBeE5UTlJOekl5SURFME1DQTNNRGNnTVRNelNEY3dVVFUySURFME1DQTFOaUF4TlROYUlpOCtQSEJoZEdnZ2FXUTlJazFLV0Mwek5TMVVSVmd0U1MweFJEUTBOU0lnWkQwaVRUSXpNQ0EyTXpkUk1qQXpJRFl6TnlBeE9UZ2dOak00VkRFNU15QTJORGxSTVRreklEWTNOaUF5TURRZ05qZ3lVVEl3TmlBMk9ETWdNemM0SURZNE0xRTFOVEFnTmpneUlEVTJOQ0EyT0RCUk5qSXdJRFkzTWlBMk5UZ2dOalV5VkRjeE1pQTJNRFpVTnpNeklEVTJNMVEzTXprZ05USTVVVGN6T1NBME9EUWdOekV3SURRME5WUTJORE1nTXpnMVZEVTNOaUF6TlRGVU5UTTRJRE16T0V3MU5EVWdNek16VVRZeE1pQXlPVFVnTmpFeUlESXlNMUUyTVRJZ01qRXlJRFl3TnlBeE5qSlVOakF5SURnd1ZqY3hVVFl3TWlBMU15QTJNRE1nTkROVU5qRTBJREkxVkRZME1DQXhObEUyTmpnZ01UWWdOamcySURNNFZEY3hNaUE0TlZFM01UY2dPVGtnTnpJd0lERXdNbFEzTXpVZ01UQTFVVGMxTlNBeE1EVWdOelUxSURrelVUYzFOU0EzTlNBM016RWdNelpSTmpreklDMHlNU0EyTkRFZ0xUSXhTRFl6TWxFMU56RWdMVEl4SURVek1TQTBWRFE0TnlBNE1sRTBPRGNnTVRBNUlEVXdNaUF4TmpaVU5URTNJREl6T1ZFMU1UY2dNamt3SURRM05DQXpNVE5STkRVNUlETXlNQ0EwTkRrZ016SXhWRE0zT0NBek1qTklNekE1VERJM055QXhPVE5STWpRMElEWXhJREkwTkNBMU9WRXlORFFnTlRVZ01qUTFJRFUwVkRJMU1pQTFNRlF5TmprZ05EaFVNekF5SURRMlNETXpNMUV6TXprZ016Z2dNek01SURNM1ZETXpOaUF4T1ZFek16SWdOaUF6TWpZZ01FZ3pNVEZSTWpjMUlESWdNVGd3SURKUk1UUTJJRElnTVRFM0lESlVOekVnTWxRMU1DQXhVVE16SURFZ016TWdNVEJSTXpNZ01USWdNellnTWpSUk5ERWdORE1nTkRZZ05EVlJOVEFnTkRZZ05qRWdORFpJTmpkUk9UUWdORFlnTVRJM0lEUTVVVEUwTVNBMU1pQXhORFlnTmpGUk1UUTVJRFkxSURJeE9DQXpNemxVTWpnM0lEWXlPRkV5T0RjZ05qTTFJREl6TUNBMk16ZGFUVFl6TUNBMU5UUlJOak13SURVNE5pQTJNRGtnTmpBNFZEVXlNeUEyTXpaUk5USXhJRFl6TmlBMU1EQWdOak0yVkRRMk1pQTJNemRJTkRRd1VUTTVNeUEyTXpjZ016ZzJJRFl5TjFFek9EVWdOakkwSURNMU1pQTBPVFJVTXpFNUlETTJNVkV6TVRrZ016WXdJRE00T0NBek5qQlJORFkySURNMk1TQTBPVElnTXpZM1VUVTFOaUF6TnpjZ05Ua3lJRFF5TmxFMk1EZ2dORFE1SURZeE9TQTBPRFpVTmpNd0lEVTFORm9pTHo0OGNHRjBhQ0JwWkQwaVRVcFlMVE0xTFZSRldDMU9MVEl5UXpVaUlHUTlJazAzT0NBeU5UQlJOemdnTWpjMElEazFJREk1TWxReE16Z2dNekV3VVRFMk1pQXpNVEFnTVRnd0lESTVORlF4T1RrZ01qVXhVVEU1T1NBeU1qWWdNVGd5SURJd09GUXhNemtnTVRrd1ZEazJJREl3TjFRM09DQXlOVEJhSWk4K1BIQmhkR2dnYVdROUlrMUtXQzB6TlMxVVJWZ3RTUzB4UkRRek5pSWdaRDBpVFRVd0lESTFNbEUxTUNBek5qY2dNVEUzSURRM00xUXlPRFlnTmpReFZEUTVNQ0EzTURSUk5UZ3dJRGN3TkNBMk16TWdOalV6VVRZME1pQTJORE1nTmpRNElEWXpObFEyTlRZZ05qSTJURFkxTnlBMk1qTlJOall3SURZeU15QTJPRFFnTmpRNVVUWTVNU0EyTlRVZ05qazVJRFkyTTFRM01UVWdOamM1VkRjeU5TQTJPVEJNTnpRd0lEY3dOVWczTkRaUk56WXdJRGN3TlNBM05qQWdOams0VVRjMk1DQTJPVFFnTnpJNElEVTJNVkUyT1RJZ05ESXlJRFk1TWlBME1qRlJOamt3SURReE5pQTJPRGNnTkRFMVZEWTJPU0EwTVROSU5qVXpVVFkwTnlBME1Ua2dOalEzSURReU1sRTJORGNnTkRJeklEWTBPQ0EwTWpsVU5qVXdJRFEwT1ZRMk5URWdORGd4VVRZMU1TQTFOVElnTmpFNUlEWXdOVlExTVRBZ05qVTVVVFE0TkNBMk5Ua2dORFUwSURZMU1sUXpPRElnTmpJNFZESTVPU0ExTnpKVU1qSTJJRFEzT1ZFeE9UUWdOREl5SURFM05TQXpORFpVTVRVMklESXlNbEV4TlRZZ01UQTRJREl6TWlBMU9GRXlPREFnTWpRZ016VXdJREkwVVRRME1TQXlOQ0ExTVRJZ09USlVOakEySURJME1GRTJNVEFnTWpVeklEWXhNaUF5TlRWVU5qSTRJREkxTjFFMk5EZ2dNalUzSURZME9DQXlORGhSTmpRNElESTBNeUEyTkRjZ01qTTVVVFl4T0NBeE16SWdOVEl6SURVMVZETXhPU0F0TWpKUk1qQTJJQzB5TWlBeE1qZ2dOVE5VTlRBZ01qVXlXaUl2UGp4d1lYUm9JR2xrUFNKTlNsZ3RNelV0VkVWWUxVa3RNVVEwTkRjaUlHUTlJazAwTUNBME16ZFJNakVnTkRNM0lESXhJRFEwTlZFeU1TQTBOVEFnTXpjZ05UQXhWRGN4SURZd01rdzRPQ0EyTlRGUk9UTWdOalk1SURFd01TQTJOemRJTlRZNVNEWTFPVkUyT1RFZ05qYzNJRFk1TnlBMk56WlVOekEwSURZMk4xRTNNRFFnTmpZeElEWTROeUExTlROVU5qWTRJRFEwTkZFMk5qZ2dORE0zSURZME9TQTBNemRSTmpRd0lEUXpOeUEyTXpjZ05ETTNWRFl6TVNBME5ESk1Oakk1SURRME5WRTJNamtnTkRVeElEWXpOU0EwT1RCVU5qUXhJRFUxTVZFMk5ERWdOVGcySURZeU9DQTJNRFJVTlRjeklEWXlPVkUxTmpnZ05qTXdJRFV4TlNBMk16RlJORFk1SURZek1TQTBOVGNnTmpNd1ZEUXpPU0EyTWpKUk5ETTRJRFl5TVNBek5qZ2dNelF6VkRJNU9DQTJNRkV5T1RnZ05EZ2dNemcySURRMlVUUXhPQ0EwTmlBME1qY2dORFZVTkRNMklETTJVVFF6TmlBek1TQTBNek1nTWpKUk5ESTVJRFFnTkRJMElERk1OREl5SURCUk5ERTVJREFnTkRFMUlEQlJOREV3SURBZ016WXpJREZVTWpJNElESlJPVGtnTWlBMk5DQXdTRFE1VVRReklEWWdORE1nT1ZRME5TQXlOMUUwT1NBME1DQTFOU0EwTmtnNE0wZzVORkV4TnpRZ05EWWdNVGc1SURVMVVURTVNQ0ExTmlBeE9URWdOVFpSTVRrMklEVTVJREl3TVNBM05sUXlOREVnTWpNelVUSTFPQ0F6TURFZ01qWTVJRE0wTkZFek16a2dOakU1SURNek9TQTJNalZSTXpNNUlEWXpNQ0F6TVRBZ05qTXdTREkzT1ZFeU1USWdOak13SURFNU1TQTJNalJSTVRRMklEWXhOQ0F4TWpFZ05UZ3pWRFkzSURRMk4xRTJNQ0EwTkRVZ05UY2dORFF4VkRReklEUXpOMGcwTUZvaUx6NDhMMlJsWm5NK1BHY2djM1J5YjJ0bFBTSmpkWEp5Wlc1MFEyOXNiM0lpSUdacGJHdzlJbU4xY25KbGJuUkRiMnh2Y2lJZ2MzUnliMnRsTFhkcFpIUm9QU0l3SWlCMGNtRnVjMlp2Y20wOUluTmpZV3hsS0RFc0xURXBJajQ4WnlCa1lYUmhMVzF0YkMxdWIyUmxQU0p0WVhSb0lqNDhaeUJrWVhSaExXMXRiQzF1YjJSbFBTSnRhU0krUEhWelpTQmtZWFJoTFdNOUlqRkVOekJHSWlCNGJHbHVhenBvY21WbVBTSWpUVXBZTFRNMUxWUkZXQzFKTFRGRU56QkdJaTgrUEM5blBqeG5JR1JoZEdFdGJXMXNMVzV2WkdVOUltMXZJaUIwY21GdWMyWnZjbTA5SW5SeVlXNXpiR0YwWlNnM09UUXVPQ3d3S1NJK1BIVnpaU0JrWVhSaExXTTlJak5FSWlCNGJHbHVhenBvY21WbVBTSWpUVXBZTFRNMUxWUkZXQzFPTFRORUlpOCtQQzluUGp4bklHUmhkR0V0Ylcxc0xXNXZaR1U5SW0xcElpQjBjbUZ1YzJadmNtMDlJblJ5WVc1emJHRjBaU2d4T0RVd0xqWXNNQ2tpUGp4MWMyVWdaR0YwWVMxalBTSXhSRFEwTlNJZ2VHeHBibXM2YUhKbFpqMGlJMDFLV0Mwek5TMVVSVmd0U1MweFJEUTBOU0l2UGp3dlp6NDhaeUJrWVhSaExXMXRiQzF1YjJSbFBTSnRieUlnZEhKaGJuTm1iM0p0UFNKMGNtRnVjMnhoZEdVb01qZ3pNUzQ0TERBcElqNDhkWE5sSUdSaGRHRXRZejBpTWpKRE5TSWdlR3hwYm1zNmFISmxaajBpSTAxS1dDMHpOUzFVUlZndFRpMHlNa00xSWk4K1BDOW5QanhuSUdSaGRHRXRiVzFzTFc1dlpHVTlJbTF6ZFdJaUlIUnlZVzV6Wm05eWJUMGlkSEpoYm5Oc1lYUmxLRE16TXpJc01Da2lQanhuSUdSaGRHRXRiVzFzTFc1dlpHVTlJbTFwSWo0OGRYTmxJR1JoZEdFdFl6MGlNVVEwTXpZaUlIaHNhVzVyT21oeVpXWTlJaU5OU2xndE16VXRWRVZZTFVrdE1VUTBNellpTHo0OEwyYytQR2NnWkdGMFlTMXRiV3d0Ym05a1pUMGliV2tpSUhSeVlXNXpabTl5YlQwaWRISmhibk5zWVhSbEtEYzBPQ3d0TVRVd0tTQnpZMkZzWlNnd0xqY3dOeWtpUGp4MWMyVWdaR0YwWVMxalBTSXhSRFEwTnlJZ2VHeHBibXM2YUhKbFpqMGlJMDFLV0Mwek5TMVVSVmd0U1MweFJEUTBOeUl2UGp3dlp6NDhMMmMrUEM5blBqd3ZaejQ4TDNOMlp6ND0iLAoJIlJlYWxWaWV3U2l6ZUpzb24iIDogIntcImhlaWdodFwiOjMwMCxcIndpZHRoXCI6MTYyNX0iCn0K"/>
    </extobj>
    <extobj name="2384804F-3998-4D57-9195-F3826E402611-8">
      <extobjdata type="2384804F-3998-4D57-9195-F3826E402611" data="ewoJIkltZ1NldHRpbmdKc29uIiA6ICJ7XCJoZWlnaHRcIjo2My4zOTI4NTcxNDI4NTcxNCxcIndpZHRoXCI6MjI0Ljk5OTk5OTk5OTk5OTk3fSIsCgkiTGF0ZXgiIDogIlxcYmVnaW57YWxpZ259XG5cXHRhdSAmOiBcXHRleHR7UmlzZSB0aW1lfSBcXFxcXG5SX3tpZX0gJjogXFx0ZXh0e0ludGVyZWxlY3Ryb2RlIHJlc2lzdGFuY2V9IFxcXFxcbkNfVCAmOiBcXHRleHR7VGVybWluYWwgY2FwYWNpdGFuY2V9XG5cXGVuZHthbGlnbn0iLAoJIkxhdGV4SW1nQmFzZTY0IiA6ICJQSE4yWnlCNGJXeHVjejBpYUhSMGNEb3ZMM2QzZHk1M015NXZjbWN2TWpBd01DOXpkbWNpSUhkcFpIUm9QU0l5T0M0NE9EVmxlQ0lnYUdWcFoyaDBQU0k0TGpFME5XVjRJaUJ5YjJ4bFBTSnBiV2NpSUdadlkzVnpZV0pzWlQwaVptRnNjMlVpSUhacFpYZENiM2c5SWpBZ0xUSXdOVEFnTVRJM05qY2dNell3TUNJZ2VHMXNibk02ZUd4cGJtczlJbWgwZEhBNkx5OTNkM2N1ZHpNdWIzSm5MekU1T1RrdmVHeHBibXNpSUdGeWFXRXRhR2xrWkdWdVBTSjBjblZsSWlCemRIbHNaVDBpZG1WeWRHbGpZV3d0WVd4cFoyNDZJQzB6TGpVd04yVjRPeUJ0WVhndGQybGtkR2c2SURrNEpUc2lQanhrWldaelBqeHdZWFJvSUdsa1BTSk5TbGd0TVRrNUxWUkZXQzFKTFRGRU56QkdJaUJrUFNKTk16a2dNamcwVVRFNElESTROQ0F4T0NBeU9UUlJNVGdnTXpBeElEUTFJRE16T0ZRNU9TQXpPVGhSTVRNMElEUXlOU0F4TmpRZ05ESTVVVEUzTUNBME16RWdNek15SURRek1WRTBPVElnTkRNeElEUTVOeUEwTWpsUk5URTNJRFF5TkNBMU1UY2dOREF5VVRVeE55QXpPRGdnTlRBNElETTNObFEwT0RVZ016WXdVVFEzT1NBek5UZ2dNemc1SURNMU9GUXlPVGtnTXpVMlVUSTVPQ0F6TlRVZ01qZ3pJREkzTkZReU5URWdNVEE1VkRJek15QXlNRkV5TWpnZ05TQXlNVFVnTFRSVU1UZzJJQzB4TTFFeE5UTWdMVEV6SURFMU15QXlNRll6TUV3eU1ETWdNVGt5VVRJeE5DQXlNamdnTWpJM0lESTNNbFF5TkRnZ016TTJUREkxTkNBek5UZFJNalUwSURNMU9DQXlNRGdnTXpVNFVUSXdOaUF6TlRnZ01UazNJRE0xT0ZReE9ETWdNelU1VVRFd05TQXpOVGtnTmpFZ01qazFVVFUySURJNE55QTFNeUF5T0RaVU16a2dNamcwV2lJdlBqeHdZWFJvSUdsa1BTSk5TbGd0TVRrNUxWUkZXQzFPTFROQklpQmtQU0pOTnpnZ016Y3dVVGM0SURNNU5DQTVOU0EwTVRKVU1UTTRJRFF6TUZFeE5qSWdORE13SURFNE1DQTBNVFJVTVRrNUlETTNNVkV4T1RrZ016UTJJREU0TWlBek1qaFVNVE01SURNeE1GUTVOaUF6TWpkVU56Z2dNemN3V2swM09DQTJNRkUzT0NBNE5DQTVOU0F4TURKVU1UTTRJREV5TUZFeE5qSWdNVEl3SURFNE1DQXhNRFJVTVRrNUlEWXhVVEU1T1NBek5pQXhPRElnTVRoVU1UTTVJREJVT1RZZ01UZFVOemdnTmpCYUlpOCtQSEJoZEdnZ2FXUTlJazFLV0MweE9Ua3RWRVZZTFU0dE5USWlJR1E5SWsweE16QWdOakl5VVRFeU15QTJNamtnTVRFNUlEWXpNVlF4TURNZ05qTTBWRFl3SURZek4wZ3lOMVkyT0ROSU1qQXlTREl6Tmtnek1EQlJNemMySURZNE15QTBNVGNnTmpjM1ZEVXdNQ0EyTkRoUk5UazFJRFl3TUNBMk1Ea2dOVEUzVVRZeE1DQTFNVElnTmpFd0lEVXdNVkUyTVRBZ05EWTRJRFU1TkNBME16bFVOVFUySURNNU1sUTFNVEVnTXpZeFZEUTNNaUF6TkROTU5EVTJJRE16T0ZFME5Ua2dNek0xSURRMk55QXpNekpSTkRrM0lETXhOaUExTVRZZ01qazRWRFUwTlNBeU5UUlVOVFU1SURJeE1WUTFOamdnTVRVMVZEVTNPQ0E1TkZFMU9EZ2dORFlnTmpBeUlETXhWRFkwTUNBeE5rZzJORFZSTmpZd0lERTJJRFkzTkNBek1sUTJPVElnT0RkUk5qa3lJRGs0SURZNU5pQXhNREZVTnpFeUlERXdOVlEzTWpnZ01UQXpWRGN6TWlBNU1GRTNNeklnTlRrZ056RTJJREkzVkRZM01pQXRNVFpSTmpVMklDMHlNaUEyTXpBZ0xUSXlVVFE0TVNBdE1UWWdORFU0SURrd1VUUTFOaUF4TURFZ05EVTJJREUyTTFRME5Ea2dNalEyVVRRek1DQXpNRFFnTXpjeklETXlNRXd6TmpNZ016SXlUREk1TnlBek1qTklNak14VmpFNU1rd3lNeklnTmpGUk1qTTRJRFV4SURJME9TQTBPVlF6TURFZ05EWklNek0wVmpCSU16SXpVVE13TWlBeklERTRNU0F6VVRVNUlETWdNemdnTUVneU4xWTBOa2cyTUZFeE1ESWdORGNnTVRFeElEUTVWREV6TUNBMk1WWTJNakphVFRRNU1TQTBPVGxXTlRBNVVUUTVNU0ExTWpjZ05Ea3dJRFV6T1ZRME9ERWdOVGN3VkRRMk1pQTJNREZVTkRJMElEWXlNMVF6TmpJZ05qTTJVVE0yTUNBMk16WWdNelF3SURZek5sUXpNRFFnTmpNM1NESTRNMUV5TXpnZ05qTTNJREl6TkNBMk1qaFJNak14SURZeU5DQXlNekVnTkRreVZqTTJNRWd5T0RsUk16a3dJRE0yTUNBME16UWdNemM0VkRRNE9TQTBOVFpSTkRreElEUTJOeUEwT1RFZ05EazVXaUl2UGp4d1lYUm9JR2xrUFNKTlNsZ3RNVGs1TFZSRldDMU9MVFk1SWlCa1BTSk5OamtnTmpBNVVUWTVJRFl6TnlBNE55QTJOVE5VTVRNeElEWTJPVkV4TlRRZ05qWTNJREUzTVNBMk5USlVNVGc0SURZd09WRXhPRGdnTlRjNUlERTNNU0ExTmpSVU1USTVJRFUwT1ZFeE1EUWdOVFE1SURnM0lEVTJORlEyT1NBMk1EbGFUVEkwTnlBd1VUSXpNaUF6SURFME15QXpVVEV6TWlBeklERXdOaUF6VkRVMklERk1NelFnTUVneU5sWTBOa2cwTWxFM01DQTBOaUE1TVNBME9WRXhNREFnTlRNZ01UQXlJRFl3VkRFd05DQXhNREpXTWpBMVZqSTVNMUV4TURRZ016UTFJREV3TWlBek5UbFVPRGdnTXpjNFVUYzBJRE00TlNBME1TQXpPRFZJTXpCV05EQTRVVE13SURRek1TQXpNaUEwTXpGTU5ESWdORE15VVRVeUlEUXpNeUEzTUNBME16UlVNVEEySURRek5sRXhNak1nTkRNM0lERTBNaUEwTXpoVU1UY3hJRFEwTVZReE9ESWdORFF5U0RFNE5WWTJNbEV4T1RBZ05USWdNVGszSURVd1ZESXpNaUEwTmtneU5UVldNRWd5TkRkYUlpOCtQSEJoZEdnZ2FXUTlJazFLV0MweE9Ua3RWRVZZTFU0dE56TWlJR1E5SWsweU9UVWdNekUyVVRJNU5TQXpOVFlnTWpZNElETTROVlF4T1RBZ05ERTBVVEUxTkNBME1UUWdNVEk0SURRd01WRTVPQ0F6T0RJZ09UZ2dNelE1VVRrM0lETTBOQ0E1T0NBek16WlVNVEUwSURNeE1sUXhOVGNnTWpnM1VURTNOU0F5T0RJZ01qQXhJREkzT0ZReU5EVWdNalk1VkRJM055QXlOVFpSTWprMElESTBPQ0F6TVRBZ01qTTJWRE0wTWlBeE9UVlVNelU1SURFek0xRXpOVGtnTnpFZ016SXhJRE14VkRFNU9DQXRNVEJJTVRrd1VURXpPQ0F0TVRBZ09UUWdNalpNT0RZZ01UbE1OemNnTVRCUk56RWdOQ0EyTlNBdE1VdzFOQ0F0TVRGSU5EWklOREpSTXprZ0xURXhJRE16SUMwMVZqYzBWakV6TWxFek15QXhOVE1nTXpVZ01UVTNWRFExSURFMk1rZzFORkUyTmlBeE5qSWdOekFnTVRVNFZEYzFJREUwTmxRNE1pQXhNVGxVTVRBeElEYzNVVEV6TmlBeU5pQXhPVGdnTWpaUk1qazFJREkySURJNU5TQXhNRFJSTWprMUlERXpNeUF5TnpjZ01UVXhVVEkxTnlBeE56VWdNVGswSURFNE4xUXhNVEVnTWpFd1VUYzFJREl5TnlBMU5DQXlOVFpVTXpNZ016RTRVVE16SURNMU55QTFNQ0F6T0RSVU9UTWdOREkwVkRFME15QTBOREpVTVRnM0lEUTBOMGd4T1RoUk1qTTRJRFEwTnlBeU5qZ2dORE15VERJNE15QTBNalJNTWpreUlEUXpNVkV6TURJZ05EUXdJRE14TkNBME5EaElNekl5U0RNeU5sRXpNamtnTkRRNElETXpOU0EwTkRKV016RXdURE15T1NBek1EUklNekF4VVRJNU5TQXpNVEFnTWprMUlETXhObG9pTHo0OGNHRjBhQ0JwWkQwaVRVcFlMVEU1T1MxVVJWZ3RUaTAyTlNJZ1pEMGlUVEk0SURJeE9GRXlPQ0F5TnpNZ05EZ2dNekU0VkRrNElETTVNVlF4TmpNZ05ETXpWREl5T1NBME5EaFJNamd5SURRME9DQXpNakFnTkRNd1ZETTNPQ0F6T0RCVU5EQTJJRE14TmxRME1UVWdNalExVVRReE5TQXlNemdnTkRBNElESXpNVWd4TWpaV01qRTJVVEV5TmlBMk9DQXlNallnTXpaUk1qUTJJRE13SURJM01DQXpNRkV6TVRJZ016QWdNelF5SURZeVVUTTFPU0EzT1NBek5qa2dNVEEwVERNM09TQXhNamhSTXpneUlERXpNU0F6T1RVZ01UTXhTRE01T0ZFME1UVWdNVE14SURReE5TQXhNakZSTkRFMUlERXhOeUEwTVRJZ01UQTRVVE01TXlBMU15QXpORGtnTWpGVU1qVXdJQzB4TVZFeE5UVWdMVEV4SURreUlEVTRWREk0SURJeE9GcE5Nek16SURJM05WRXpNaklnTkRBeklESXpPQ0EwTVRGSU1qTTJVVEl5T0NBME1URWdNakl3SURReE1GUXhPVFVnTkRBeVZERTJOaUF6T0RGVU1UUXpJRE0wTUZReE1qY2dNamMwVmpJMk4wZ3pNek5XTWpjMVdpSXZQanh3WVhSb0lHbGtQU0pOU2xndE1UazVMVlJGV0MxT0xUSXdJaUJrUFNJaUx6NDhjR0YwYUNCcFpEMGlUVXBZTFRFNU9TMVVSVmd0VGkwM05DSWdaRDBpVFRJM0lEUXlNbEU0TUNBME1qWWdNVEE1SURRM09GUXhOREVnTmpBd1ZqWXhOVWd4T0RGV05ETXhTRE14TmxZek9EVklNVGd4VmpJME1WRXhPRElnTVRFMklERTRNaUF4TURCVU1UZzVJRFk0VVRJd015QXlPU0F5TXpnZ01qbFJNamd5SURJNUlESTVNaUF4TURCUk1qa3pJREV3T0NBeU9UTWdNVFEyVmpFNE1VZ3pNek5XTVRRMlZqRXpORkV6TXpNZ05UY2dNamt4SURFM1VUSTJOQ0F0TVRBZ01qSXhJQzB4TUZFeE9EY2dMVEV3SURFMk1pQXlWREV5TkNBek0xUXhNRFVnTmpoVU9UZ2dNVEF3VVRrM0lERXdOeUE1TnlBeU5EaFdNemcxU0RFNFZqUXlNa2d5TjFvaUx6NDhjR0YwYUNCcFpEMGlUVXBZTFRFNU9TMVVSVmd0VGkwMlJDSWdaRDBpVFRReElEUTJTRFUxVVRrMElEUTJJREV3TWlBMk1GWTJPRkV4TURJZ056Y2dNVEF5SURreFZERXdNaUF4TWpKVU1UQXpJREUyTVZReE1ETWdNakF6VVRFd015QXlNelFnTVRBeklESTJPVlF4TURJZ016STRWak0xTVZFNU9TQXpOekFnT0RnZ016YzJWRFF6SURNNE5VZ3lOVlkwTURoUk1qVWdORE14SURJM0lEUXpNVXd6TnlBME16SlJORGNnTkRNeklEWTFJRFF6TkZReE1ESWdORE0yVVRFeE9TQTBNemNnTVRNNElEUXpPRlF4TmpjZ05EUXhWREUzT0NBME5ESklNVGd4VmpRd01sRXhPREVnTXpZMElERTRNaUF6TmpSVU1UZzNJRE0yT1ZReE9Ua2dNemcwVkRJeE9DQTBNREpVTWpRM0lEUXlNVlF5T0RVZ05ETTNVVE13TlNBME5ESWdNek0ySURRME1sRXpOVEVnTkRReUlETTJOQ0EwTkRCVU16ZzNJRFF6TkZRME1EWWdOREkyVkRReU1TQTBNVGRVTkRNeUlEUXdObFEwTkRFZ016azFWRFEwT0NBek9EUlVORFV5SURNM05GUTBOVFVnTXpZMlREUTFOeUF6TmpGTU5EWXdJRE0yTlZFME5qTWdNelk1SURRMk5pQXpOek5VTkRjMUlETTRORlEwT0RnZ016azNWRFV3TXlBME1UQlVOVEl6SURReU1sUTFORFlnTkRNeVZEVTNNaUEwTXpsVU5qQXpJRFEwTWxFM01qa2dORFF5SURjME1DQXpNamxSTnpReElETXlNaUEzTkRFZ01Ua3dWakV3TkZFM05ERWdOallnTnpReklEVTVWRGMxTkNBME9WRTNOelVnTkRZZ09EQXpJRFEyU0RneE9WWXdTRGd4TVV3M09EZ2dNVkUzTmpRZ01pQTNNemNnTWxRMk9Ua2dNMUUxT1RZZ015QTFPRGNnTUVnMU56bFdORFpJTlRrMVVUWTFOaUEwTmlBMk5UWWdOakpSTmpVM0lEWTBJRFkxTnlBeU1EQlJOalUySURNek5TQTJOVFVnTXpRelVUWTBPU0F6TnpFZ05qTTFJRE00TlZRMk1URWdOREF5VkRVNE5TQTBNRFJSTlRRd0lEUXdOQ0ExTURZZ016Y3dVVFEzT1NBek5ETWdORGN5SURNeE5WUTBOalFnTWpNeVZqRTJPRll4TURoUk5EWTBJRGM0SURRMk5TQTJPRlEwTmpnZ05UVlVORGMzSURRNVVUUTVPQ0EwTmlBMU1qWWdORFpJTlRReVZqQklOVE0wVERVeE1DQXhVVFE0TnlBeUlEUTJNQ0F5VkRReU1pQXpVVE14T1NBeklETXhNQ0F3U0RNd01sWTBOa2d6TVRoUk16YzVJRFEySURNM09TQTJNbEV6T0RBZ05qUWdNemd3SURJd01GRXpOemtnTXpNMUlETTNPQ0F6TkROUk16Y3lJRE0zTVNBek5UZ2dNemcxVkRNek5DQTBNREpVTXpBNElEUXdORkV5TmpNZ05EQTBJREl5T1NBek56QlJNakF5SURNME15QXhPVFVnTXpFMVZERTROeUF5TXpKV01UWTRWakV3T0ZFeE9EY2dOemdnTVRnNElEWTRWREU1TVNBMU5WUXlNREFnTkRsUk1qSXhJRFEySURJME9TQTBOa2d5TmpWV01FZ3lOVGRNTWpNMElERlJNakV3SURJZ01UZ3pJREpVTVRRMUlETlJORElnTXlBek15QXdTREkxVmpRMlNEUXhXaUl2UGp4d1lYUm9JR2xrUFNKTlNsZ3RNVGs1TFZSRldDMUpMVEZFTkRRMUlpQmtQU0pOTWpNd0lEWXpOMUV5TURNZ05qTTNJREU1T0NBMk16aFVNVGt6SURZME9WRXhPVE1nTmpjMklESXdOQ0EyT0RKUk1qQTJJRFk0TXlBek56Z2dOamd6VVRVMU1DQTJPRElnTlRZMElEWTRNRkUyTWpBZ05qY3lJRFkxT0NBMk5USlVOekV5SURZd05sUTNNek1nTlRZelZEY3pPU0ExTWpsUk56TTVJRFE0TkNBM01UQWdORFExVkRZME15QXpPRFZVTlRjMklETTFNVlExTXpnZ016TTRURFUwTlNBek16TlJOakV5SURJNU5TQTJNVElnTWpJelVUWXhNaUF5TVRJZ05qQTNJREUyTWxRMk1ESWdPREJXTnpGUk5qQXlJRFV6SURZd015QTBNMVEyTVRRZ01qVlVOalF3SURFMlVUWTJPQ0F4TmlBMk9EWWdNemhVTnpFeUlEZzFVVGN4TnlBNU9TQTNNakFnTVRBeVZEY3pOU0F4TURWUk56VTFJREV3TlNBM05UVWdPVE5STnpVMUlEYzFJRGN6TVNBek5sRTJPVE1nTFRJeElEWTBNU0F0TWpGSU5qTXlVVFUzTVNBdE1qRWdOVE14SURSVU5EZzNJRGd5VVRRNE55QXhNRGtnTlRBeUlERTJObFExTVRjZ01qTTVVVFV4TnlBeU9UQWdORGMwSURNeE0xRTBOVGtnTXpJd0lEUTBPU0F6TWpGVU16YzRJRE15TTBnek1EbE1NamMzSURFNU0xRXlORFFnTmpFZ01qUTBJRFU1VVRJME5DQTFOU0F5TkRVZ05UUlVNalV5SURVd1ZESTJPU0EwT0ZRek1ESWdORFpJTXpNelVUTXpPU0F6T0NBek16a2dNemRVTXpNMklERTVVVE16TWlBMklETXlOaUF3U0RNeE1WRXlOelVnTWlBeE9EQWdNbEV4TkRZZ01pQXhNVGNnTWxRM01TQXlWRFV3SURGUk16TWdNU0F6TXlBeE1GRXpNeUF4TWlBek5pQXlORkUwTVNBME15QTBOaUEwTlZFMU1DQTBOaUEyTVNBME5rZzJOMUU1TkNBME5pQXhNamNnTkRsUk1UUXhJRFV5SURFME5pQTJNVkV4TkRrZ05qVWdNakU0SURNek9WUXlPRGNnTmpJNFVUSTROeUEyTXpVZ01qTXdJRFl6TjFwTk5qTXdJRFUxTkZFMk16QWdOVGcySURZd09TQTJNRGhVTlRJeklEWXpObEUxTWpFZ05qTTJJRFV3TUNBMk16WlVORFl5SURZek4wZzBOREJSTXpreklEWXpOeUF6T0RZZ05qSTNVVE00TlNBMk1qUWdNelV5SURRNU5GUXpNVGtnTXpZeFVUTXhPU0F6TmpBZ016ZzRJRE0yTUZFME5qWWdNell4SURRNU1pQXpOamRSTlRVMklETTNOeUExT1RJZ05ESTJVVFl3T0NBME5Ea2dOakU1SURRNE5sUTJNekFnTlRVMFdpSXZQanh3WVhSb0lHbGtQU0pOU2xndE1UazVMVlJGV0MxSkxURkVORFUySWlCa1BTSk5NVGcwSURZd01GRXhPRFFnTmpJMElESXdNeUEyTkRKVU1qUTNJRFkyTVZFeU5qVWdOall4SURJM055QTJORGxVTWprd0lEWXhPVkV5T1RBZ05UazJJREkzTUNBMU56ZFVNakkySURVMU4xRXlNVEVnTlRVM0lERTVPQ0ExTmpkVU1UZzBJRFl3TUZwTk1qRWdNamczVVRJeElESTVOU0F6TUNBek1UaFVOVFFnTXpZNVZEazRJRFF5TUZReE5UZ2dORFF5VVRFNU55QTBORElnTWpJeklEUXhPVlF5TlRBZ016VTNVVEkxTUNBek5EQWdNak0ySURNd01WUXhPVFlnTVRrMlZERTFOQ0E0TTFFeE5Ea2dOakVnTVRRNUlEVXhVVEUwT1NBeU5pQXhOallnTWpaUk1UYzFJREkySURFNE5TQXlPVlF5TURnZ05ETlVNak0xSURjNFZESTJNQ0F4TXpkUk1qWXpJREUwT1NBeU5qVWdNVFV4VkRJNE1pQXhOVE5STXpBeUlERTFNeUF6TURJZ01UUXpVVE13TWlBeE16VWdNamt6SURFeE1sUXlOamdnTmpGVU1qSXpJREV4VkRFMk1TQXRNVEZSTVRJNUlDMHhNU0F4TURJZ01UQlVOelFnTnpSUk56UWdPVEVnTnprZ01UQTJWREV5TWlBeU1qQlJNVFl3SURNeU1TQXhOallnTXpReFZERTNNeUF6T0RCUk1UY3pJRFF3TkNBeE5UWWdOREEwU0RFMU5GRXhNalFnTkRBMElEazVJRE0zTVZRMk1TQXlPRGRSTmpBZ01qZzJJRFU1SURJNE5GUTFPQ0F5T0RGVU5UWWdNamM1VkRVeklESTNPRlEwT1NBeU56aFVOREVnTWpjNFNESTNVVEl4SURJNE5DQXlNU0F5T0RkYUlpOCtQSEJoZEdnZ2FXUTlJazFLV0MweE9Ua3RWRVZZTFVrdE1VUTBOVElpSUdROUlrMHpPU0F4TmpoUk16a2dNakkxSURVNElESTNNbFF4TURjZ016VXdWREUzTkNBME1ESlVNalEwSURRek0xUXpNRGNnTkRReVNETXhNRkV6TlRVZ05EUXlJRE00T0NBME1qQlVOREl4SURNMU5WRTBNakVnTWpZMUlETXhNQ0F5TXpkUk1qWXhJREl5TkNBeE56WWdNakl6VVRFek9TQXlNak1nTVRNNElESXlNVkV4TXpnZ01qRTVJREV6TWlBeE9EWlVNVEkxSURFeU9GRXhNalVnT0RFZ01UUTJJRFUwVkRJd09TQXlObFF6TURJZ05EVlVNemswSURFeE1WRTBNRE1nTVRJeElEUXdOaUF4TWpGUk5ERXdJREV5TVNBME1Ua2dNVEV5VkRReU9TQTVPRlEwTWpBZ09ESlVNemt3SURVMVZETTBOQ0F5TkZReU9ERWdMVEZVTWpBMUlDMHhNVkV4TWpZZ0xURXhJRGd6SURReVZETTVJREUyT0ZwTk16Y3pJRE0xTTFFek5qY2dOREExSURNd05TQTBNRFZSTWpjeUlEUXdOU0F5TkRRZ016a3hWREU1T1NBek5UZFVNVGN3SURNeE5sUXhOVFFnTWpnd1ZERTBPU0F5TmpGUk1UUTVJREkyTUNBeE5qa2dNall3VVRJNE1pQXlOakFnTXpJM0lESTRORlF6TnpNZ016VXpXaUl2UGp4d1lYUm9JR2xrUFNKTlNsZ3RNVGs1TFZSRldDMU9MVFE1SWlCa1BTSk5Nekk0SURCUk16QTNJRE1nTVRnd0lETlVNeklnTUVneU1WWTBOa2cwTTFFNU1pQTBOaUF4TURZZ05EbFVNVEkySURZd1VURXlPQ0EyTXlBeE1qZ2dNelF5VVRFeU9DQTJNakFnTVRJMklEWXlNMUV4TWpJZ05qSTRJREV4T0NBMk16QlVPVFlnTmpNMVZEUXpJRFl6TjBneU1WWTJPRE5JTXpKUk5UTWdOamd3SURFNE1DQTJPREJVTXpJNElEWTRNMGd6TXpsV05qTTNTRE14TjFFeU5qZ2dOak0zSURJMU5DQTJNelJVTWpNMElEWXlNMUV5TXpJZ05qSXdJREl6TWlBek5ESlJNak15SURZeklESXpOQ0EyTUZFeU16Z2dOVFVnTWpReUlEVXpWREkyTkNBME9GUXpNVGNnTkRaSU16TTVWakJJTXpJNFdpSXZQanh3WVhSb0lHbGtQU0pOU2xndE1UazVMVlJGV0MxT0xUWkZJaUJrUFNKTk5ERWdORFpJTlRWUk9UUWdORFlnTVRBeUlEWXdWalk0VVRFd01pQTNOeUF4TURJZ09URlVNVEF5SURFeU1sUXhNRE1nTVRZeFZERXdNeUF5TUROUk1UQXpJREl6TkNBeE1ETWdNalk1VkRFd01pQXpNamhXTXpVeFVUazVJRE0zTUNBNE9DQXpOelpVTkRNZ016ZzFTREkxVmpRd09GRXlOU0EwTXpFZ01qY2dORE14VERNM0lEUXpNbEUwTnlBME16TWdOalVnTkRNMFZERXdNaUEwTXpaUk1URTVJRFF6TnlBeE16Z2dORE00VkRFMk55QTBOREZVTVRjNElEUTBNa2d4T0RGV05EQXlVVEU0TVNBek5qUWdNVGd5SURNMk5GUXhPRGNnTXpZNVZERTVPU0F6T0RSVU1qRTRJRFF3TWxReU5EY2dOREl4VkRJNE5TQTBNemRSTXpBMUlEUTBNaUF6TXpZZ05EUXlVVFExTUNBME16Z2dORFl6SURNeU9WRTBOalFnTXpJeUlEUTJOQ0F4T1RCV01UQTBVVFEyTkNBMk5pQTBOallnTlRsVU5EYzNJRFE1VVRRNU9DQTBOaUExTWpZZ05EWklOVFF5VmpCSU5UTTBURFV4TUNBeFVUUTROeUF5SURRMk1DQXlWRFF5TWlBelVUTXhPU0F6SURNeE1DQXdTRE13TWxZME5rZ3pNVGhSTXpjNUlEUTJJRE0zT1NBMk1sRXpPREFnTmpRZ016Z3dJREl3TUZFek56a2dNek0xSURNM09DQXpORE5STXpjeUlETTNNU0F6TlRnZ016ZzFWRE16TkNBME1ESlVNekE0SURRd05GRXlOak1nTkRBMElESXlPU0F6TnpCUk1qQXlJRE0wTXlBeE9UVWdNekUxVkRFNE55QXlNekpXTVRZNFZqRXdPRkV4T0RjZ056Z2dNVGc0SURZNFZERTVNU0ExTlZReU1EQWdORGxSTWpJeElEUTJJREkwT1NBME5rZ3lOalZXTUVneU5UZE1Nak0wSURGUk1qRXdJRElnTVRneklESlVNVFExSUROUk5ESWdNeUF6TXlBd1NESTFWalEyU0RReFdpSXZQanh3WVhSb0lHbGtQU0pOU2xndE1UazVMVlJGV0MxT0xUY3lJaUJrUFNKTk16WWdORFpJTlRCUk9Ea2dORFlnT1RjZ05qQldOamhST1RjZ056Y2dPVGNnT1RGVU9UZ2dNVEl5VkRrNElERTJNVlE1T0NBeU1ETlJPVGdnTWpNMElEazRJREkyT1ZRNU9DQXpNamhNT1RjZ016VXhVVGswSURNM01DQTRNeUF6TnpaVU16Z2dNemcxU0RJd1ZqUXdPRkV5TUNBME16RWdNaklnTkRNeFRETXlJRFF6TWxFME1pQTBNek1nTmpBZ05ETTBWRGsySURRek5sRXhNVElnTkRNM0lERXpNU0EwTXpoVU1UWXdJRFEwTVZReE56RWdORFF5U0RFM05GWXpOek5STWpFeklEUTBNU0F5TnpFZ05EUXhTREkzTjFFek1qSWdORFF4SURNME15QTBNVGxVTXpZMElETTNNMUV6TmpRZ016VXlJRE0xTVNBek16ZFVNekV6SURNeU1sRXlPRGdnTXpJeUlESTNOaUF6TXpoVU1qWXpJRE0zTWxFeU5qTWdNemd4SURJMk5TQXpPRGhVTWpjd0lEUXdNRlF5TnpNZ05EQTFVVEkzTVNBME1EY2dNalV3SURRd01WRXlNelFnTXpreklESXlOaUF6T0RaUk1UYzVJRE0wTVNBeE56a2dNakEzVmpFMU5GRXhOemtnTVRReElERTNPU0F4TWpkVU1UYzVJREV3TVZReE9EQWdPREZVTVRnd0lEWTJWall4VVRFNE1TQTFPU0F4T0RNZ05UZFVNVGc0SURVMFZERTVNeUExTVZReU1EQWdORGxVTWpBM0lEUTRWREl4TmlBME4xUXlNalVnTkRkVU1qTTFJRFEyVkRJME5TQTBOa2d5TnpaV01FZ3lOamRSTWpRNUlETWdNVFF3SUROUk16Y2dNeUF5T0NBd1NESXdWalEyU0RNMldpSXZQanh3WVhSb0lHbGtQU0pOU2xndE1UazVMVlJGV0MxT0xUWkRJaUJrUFNKTk5ESWdORFpJTlRaUk9UVWdORFlnTVRBeklEWXdWalk0VVRFd015QTNOeUF4TURNZ09URlVNVEF6SURFeU5GUXhNRFFnTVRZM1ZERXdOQ0F5TVRkVU1UQTBJREkzTWxReE1EUWdNekk1VVRFd05DQXpOallnTVRBMElEUXdOMVF4TURRZ05EZ3lWREV3TkNBMU5ESlVNVEF6SURVNE5sUXhNRE1nTmpBelVURXdNQ0EyTWpJZ09Ea2dOakk0VkRRMElEWXpOMGd5TmxZMk5qQlJNallnTmpneklESTRJRFk0TTB3ek9DQTJPRFJSTkRnZ05qZzFJRFkzSURZNE5sUXhNRFFnTmpnNFVURXlNU0EyT0RrZ01UUXhJRFk1TUZReE56RWdOamt6VkRFNE1pQTJPVFJJTVRnMVZqTTNPVkV4T0RVZ05qSWdNVGcySURZd1VURTVNQ0ExTWlBeE9UZ2dORGxSTWpFNUlEUTJJREkwTnlBME5rZ3lOak5XTUVneU5UVk1Nak15SURGUk1qQTVJRElnTVRneklESlVNVFExSUROVU1UQTNJRE5VTlRjZ01Vd3pOQ0F3U0RJMlZqUTJTRFF5V2lJdlBqeHdZWFJvSUdsa1BTSk5TbGd0TVRrNUxWUkZXQzFPTFRZeklpQmtQU0pOTXpjd0lETXdOVlF6TkRrZ016QTFWRE14TXlBek1qQlVNamszSURNMU9GRXlPVGNnTXpneElETXhNaUF6T1RaUk16RTNJRFF3TVNBek1UY2dOREF5VkRNd055QTBNRFJSTWpneElEUXdPQ0F5TlRnZ05EQTRVVEl3T1NBME1EZ2dNVGM0SURNM05sRXhNekVnTXpJNUlERXpNU0F5TVRsUk1UTXhJREV6TnlBeE5qSWdPVEJSTWpBeklESTVJREkzTWlBeU9WRXpNVE1nTWprZ016TTRJRFUxVkRNM05DQXhNVGRSTXpjMklERXlOU0F6TnprZ01USTNWRE01TlNBeE1qbElOREE1VVRReE5TQXhNak1nTkRFMUlERXlNRkUwTVRVZ01URTJJRFF4TVNBeE1EUlVNemsxSURjeFZETTJOaUF6TTFRek1UZ2dNbFF5TkRrZ0xURXhVVEUyTXlBdE1URWdPVGtnTlROVU16UWdNakUwVVRNMElETXhPQ0E1T1NBek9ETlVNalV3SURRME9GUXpOekFnTkRJeFZEUXdOQ0F6TlRkUk5EQTBJRE16TkNBek9EY2dNekl3V2lJdlBqeHdZWFJvSUdsa1BTSk5TbGd0TVRrNUxWUkZXQzFPTFRaR0lpQmtQU0pOTWpnZ01qRTBVVEk0SURNd09TQTVNeUF6TnpoVU1qVXdJRFEwT0ZFek5EQWdORFE0SURRd05TQXpPREJVTkRjeElESXhOVkUwTnpFZ01USXdJRFF3TnlBMU5WUXlOVEFnTFRFd1VURTFNeUF0TVRBZ09URWdOVGRVTWpnZ01qRTBXazB5TlRBZ016QlJNemN5SURNd0lETTNNaUF4T1ROV01qSTFWakkxTUZFek56SWdNamN5SURNM01TQXlPRGhVTXpZMElETXlObFF6TkRnZ016WXlWRE14TnlBek9UQlVNalk0SURReE1GRXlOak1nTkRFeElESTFNaUEwTVRGUk1qSXlJRFF4TVNBeE9UVWdNems1VVRFMU1pQXpOemNnTVRNNUlETXpPRlF4TWpZZ01qUTJWakl5TmxFeE1qWWdNVE13SURFME5TQTVNVkV4TnpjZ016QWdNalV3SURNd1dpSXZQanh3WVhSb0lHbGtQU0pOU2xndE1UazVMVlJGV0MxT0xUWTBJaUJrUFNKTk16YzJJRFE1TlZFek56WWdOVEV4SURNM05pQTFNelZVTXpjM0lEVTJPRkV6TnpjZ05qRXpJRE0yTnlBMk1qUlVNekUySURZek4wZ3lPVGhXTmpZd1VUSTVPQ0EyT0RNZ016QXdJRFk0TTB3ek1UQWdOamcwVVRNeU1DQTJPRFVnTXpNNUlEWTRObFF6TnpZZ05qZzRVVE01TXlBMk9Ea2dOREV6SURZNU1GUTBORE1nTmprelZEUTFOQ0EyT1RSSU5EVTNWak01TUZFME5UY2dPRFFnTkRVNElEZ3hVVFEyTVNBMk1TQTBOeklnTlRWVU5URTNJRFEyU0RVek5WWXdVVFV6TXlBd0lEUTFPU0F0TlZRek9EQWdMVEV4U0RNM00xWTBORXd6TmpVZ016ZFJNekEzSUMweE1TQXlNelVnTFRFeFVURTFPQ0F0TVRFZ09UWWdOVEJVTXpRZ01qRTFVVE0wSURNeE5TQTVOeUF6TnpoVU1qUTBJRFEwTWxFek1Ua2dORFF5SURNM05pQXpPVE5XTkRrMVdrMHpOek1nTXpReVVUTXlPQ0EwTURVZ01qWXdJRFF3TlZFeU1URWdOREExSURFM015QXpOamxSTVRRMklETTBNU0F4TXprZ016QTFWREV6TVNBeU1URlJNVE14SURFMU5TQXhNemdnTVRJd1ZERTNNeUExT1ZFeU1ETWdNallnTWpVeElESTJVVE15TWlBeU5pQXpOek1nTVRBelZqTTBNbG9pTHo0OGNHRjBhQ0JwWkQwaVRVcFlMVEU1T1MxVVJWZ3RUaTAyTVNJZ1pEMGlUVEV6TnlBek1EVlVNVEUxSURNd05WUTNPQ0F6TWpCVU5qTWdNelU1VVRZeklETTVOQ0E1TnlBME1qRlVNakU0SURRME9GRXlPVEVnTkRRNElETXpOaUEwTVRaVU16azJJRE0wTUZFME1ERWdNekkySURRd01TQXpNRGxVTkRBeUlERTVORll4TWpSUk5EQXlJRGMySURRd055QTFPRlEwTWpnZ05EQlJORFF6SURRd0lEUTBPQ0ExTmxRME5UTWdNVEE1VmpFME5VZzBPVE5XTVRBMlVUUTVNaUEyTmlBME9UQWdOVGxSTkRneElESTVJRFExTlNBeE1sUTBNREFnTFRaVU16VXpJREV5VkRNeU9TQTFORlkxT0V3ek1qY2dOVFZSTXpJMUlEVXlJRE15TWlBME9WUXpNVFFnTkRCVU16QXlJREk1VkRJNE55QXhOMVF5TmprZ05sUXlORGNnTFRKVU1qSXhJQzA0VkRFNU1DQXRNVEZSTVRNd0lDMHhNU0E0TWlBeU1GUXpOQ0F4TURkUk16UWdNVEk0SURReElERTBOMVEyT0NBeE9EaFVNVEUySURJeU5WUXhPVFFnTWpVelZETXdOQ0F5TmpoSU16RTRWakk1TUZFek1UZ2dNekkwSURNeE1pQXpOREJSTWprd0lEUXhNU0F5TVRVZ05ERXhVVEU1TnlBME1URWdNVGd4SURReE1GUXhOVFlnTkRBMlZERTBPQ0EwTUROUk1UY3dJRE00T0NBeE56QWdNelU1VVRFM01DQXpNelFnTVRVMElETXlNRnBOTVRJMklERXdObEV4TWpZZ056VWdNVFV3SURVeFZESXdPU0F5TmxFeU5EY2dNallnTWpjMklEUTVWRE14TlNBeE1EbFJNekUzSURFeE5pQXpNVGdnTVRjMVVUTXhPQ0F5TXpNZ016RTNJREl6TTFFek1Ea2dNak16SURJNU5pQXlNekpVTWpVeElESXlNMVF4T1RNZ01qQXpWREUwTnlBeE5qWlVNVEkySURFd05sb2lMejQ4Y0dGMGFDQnBaRDBpVFVwWUxURTVPUzFVUlZndFNTMHhSRFF6TmlJZ1pEMGlUVFV3SURJMU1sRTFNQ0F6TmpjZ01URTNJRFEzTTFReU9EWWdOalF4VkRRNU1DQTNNRFJSTlRnd0lEY3dOQ0EyTXpNZ05qVXpVVFkwTWlBMk5ETWdOalE0SURZek5sUTJOVFlnTmpJMlREWTFOeUEyTWpOUk5qWXdJRFl5TXlBMk9EUWdOalE1VVRZNU1TQTJOVFVnTmprNUlEWTJNMVEzTVRVZ05qYzVWRGN5TlNBMk9UQk1OelF3SURjd05VZzNORFpSTnpZd0lEY3dOU0EzTmpBZ05qazRVVGMyTUNBMk9UUWdOekk0SURVMk1WRTJPVElnTkRJeUlEWTVNaUEwTWpGUk5qa3dJRFF4TmlBMk9EY2dOREUxVkRZMk9TQTBNVE5JTmpVelVUWTBOeUEwTVRrZ05qUTNJRFF5TWxFMk5EY2dOREl6SURZME9DQTBNamxVTmpVd0lEUTBPVlEyTlRFZ05EZ3hVVFkxTVNBMU5USWdOakU1SURZd05WUTFNVEFnTmpVNVVUUTROQ0EyTlRrZ05EVTBJRFkxTWxRek9ESWdOakk0VkRJNU9TQTFOekpVTWpJMklEUTNPVkV4T1RRZ05ESXlJREUzTlNBek5EWlVNVFUySURJeU1sRXhOVFlnTVRBNElESXpNaUExT0ZFeU9EQWdNalFnTXpVd0lESTBVVFEwTVNBeU5DQTFNVElnT1RKVU5qQTJJREkwTUZFMk1UQWdNalV6SURZeE1pQXlOVFZVTmpJNElESTFOMUUyTkRnZ01qVTNJRFkwT0NBeU5EaFJOalE0SURJME15QTJORGNnTWpNNVVUWXhPQ0F4TXpJZ05USXpJRFUxVkRNeE9TQXRNakpSTWpBMklDMHlNaUF4TWpnZ05UTlVOVEFnTWpVeVdpSXZQanh3WVhSb0lHbGtQU0pOU2xndE1UazVMVlJGV0MxSkxURkVORFEzSWlCa1BTSk5OREFnTkRNM1VUSXhJRFF6TnlBeU1TQTBORFZSTWpFZ05EVXdJRE0zSURVd01WUTNNU0EyTURKTU9EZ2dOalV4VVRreklEWTJPU0F4TURFZ05qYzNTRFUyT1VnMk5UbFJOamt4SURZM055QTJPVGNnTmpjMlZEY3dOQ0EyTmpkUk56QTBJRFkyTVNBMk9EY2dOVFV6VkRZMk9DQTBORFJSTmpZNElEUXpOeUEyTkRrZ05ETTNVVFkwTUNBME16Y2dOak0zSURRek4xUTJNekVnTkRReVREWXlPU0EwTkRWUk5qSTVJRFExTVNBMk16VWdORGt3VkRZME1TQTFOVEZSTmpReElEVTROaUEyTWpnZ05qQTBWRFUzTXlBMk1qbFJOVFk0SURZek1DQTFNVFVnTmpNeFVUUTJPU0EyTXpFZ05EVTNJRFl6TUZRME16a2dOakl5VVRRek9DQTJNakVnTXpZNElETTBNMVF5T1RnZ05qQlJNams0SURRNElETTROaUEwTmxFME1UZ2dORFlnTkRJM0lEUTFWRFF6TmlBek5sRTBNellnTXpFZ05ETXpJREl5VVRReU9TQTBJRFF5TkNBeFREUXlNaUF3VVRReE9TQXdJRFF4TlNBd1VUUXhNQ0F3SURNMk15QXhWREl5T0NBeVVUazVJRElnTmpRZ01FZzBPVkUwTXlBMklEUXpJRGxVTkRVZ01qZFJORGtnTkRBZ05UVWdORFpJT0ROSU9UUlJNVGMwSURRMklERTRPU0ExTlZFeE9UQWdOVFlnTVRreElEVTJVVEU1TmlBMU9TQXlNREVnTnpaVU1qUXhJREl6TTFFeU5UZ2dNekF4SURJMk9TQXpORFJSTXpNNUlEWXhPU0F6TXprZ05qSTFVVE16T1NBMk16QWdNekV3SURZek1FZ3lOemxSTWpFeUlEWXpNQ0F4T1RFZ05qSTBVVEUwTmlBMk1UUWdNVEl4SURVNE0xUTJOeUEwTmpkUk5qQWdORFExSURVM0lEUTBNVlEwTXlBME16ZElOREJhSWk4K1BIQmhkR2dnYVdROUlrMUtXQzB4T1RrdFZFVllMVTR0TlRRaUlHUTlJazB6TmlBME5ETlJNemNnTkRRNElEUTJJRFUxT0ZRMU5TQTJOekZXTmpjM1NEWTJObFkyTnpGUk5qWTNJRFkyTmlBMk56WWdOVFUyVkRZNE5TQTBORE5XTkRNM1NEWTBOVlkwTkROUk5qUTFJRFEwTlNBMk5ESWdORGM0VkRZek1TQTFORFJVTmpFd0lEVTVNMUUxT1RNZ05qRTBJRFUxTlNBMk1qVlJOVE0wSURZek1DQTBOemdnTmpNd1NEUTFNVWcwTkROUk5ERTNJRFl6TUNBME1UUWdOakU0VVRReE15QTJNVFlnTkRFeklETXpPVlkyTTFFME1qQWdOVE1nTkRNNUlEVXdWRFV5T0NBME5rZzFOVGhXTUVnMU5EVk1Nell4SUROUk1UZzJJREVnTVRjM0lEQklNVFkwVmpRMlNERTVORkV5TmpRZ05EWWdNamd6SURRNVZETXdPU0EyTTFZek16bFdOVFV3VVRNd09TQTJNakFnTXpBMElEWXlOVlF5TnpFZ05qTXdTREkwTkVneU1qUlJNVFUwSURZek1DQXhNVGtnTmpBeFVURXdNU0ExT0RVZ09UTWdOVFUwVkRneElEUTRObFEzTmlBME5ETldORE0zU0RNMlZqUTBNMW9pTHo0OGNHRjBhQ0JwWkQwaVRVcFlMVEU1T1MxVVJWZ3RUaTAzTUNJZ1pEMGlUVE0ySUMweE5EaElOVEJST0RrZ0xURTBPQ0E1TnlBdE1UTTBWaTB4TWpaUk9UY2dMVEV4T1NBNU55QXRNVEEzVkRrM0lDMDNOMVE1T0NBdE16aFVPVGdnTmxRNU9DQTFOVlE1T0NBeE1EWlJPVGdnTVRRd0lEazRJREUzTjFRNU9DQXlORE5VT1RnZ01qazJWRGszSURNek5WUTVOeUF6TlRGUk9UUWdNemN3SURneklETTNObFF6T0NBek9EVklNakJXTkRBNFVUSXdJRFF6TVNBeU1pQTBNekZNTXpJZ05ETXlVVFF5SURRek15QTJNU0EwTXpSVU9UZ2dORE0yVVRFeE5TQTBNemNnTVRNMUlEUXpPRlF4TmpVZ05EUXhWREUzTmlBME5ESklNVGM1VmpReE5rd3hPREFnTXprd1RERTRPQ0F6T1RkUk1qUTNJRFEwTVNBek1qWWdORFF4VVRRd055QTBOREVnTkRZMElETTNOMVExTWpJZ01qRTJVVFV5TWlBeE1UVWdORFUzSURVeVZETXhNQ0F0TVRGUk1qUXlJQzB4TVNBeE9UQWdNek5NTVRneUlEUXdWaTAwTlZZdE1UQXhVVEU0TWlBdE1USTRJREU0TkNBdE1UTTBWREU1TlNBdE1UUTFVVEl4TmlBdE1UUTRJREkwTkNBdE1UUTRTREkyTUZZdE1UazBTREkxTWt3eU1qZ2dMVEU1TTFFeU1EVWdMVEU1TWlBeE56Z2dMVEU1TWxReE5EQWdMVEU1TVZFek55QXRNVGt4SURJNElDMHhPVFJJTWpCV0xURTBPRWd6TmxwTk5ESTBJREl4T0ZFME1qUWdNamt5SURNNU1DQXpORGRVTXpBMUlEUXdNbEV5TXpRZ05EQXlJREU0TWlBek16ZFdPVGhSTWpJeUlESTJJREk1TkNBeU5sRXpORFVnTWpZZ016ZzBJRGd3VkRReU5DQXlNVGhhSWk4K1BDOWtaV1p6UGp4bklITjBjbTlyWlQwaVkzVnljbVZ1ZEVOdmJHOXlJaUJtYVd4c1BTSmpkWEp5Wlc1MFEyOXNiM0lpSUhOMGNtOXJaUzEzYVdSMGFEMGlNQ0lnZEhKaGJuTm1iM0p0UFNKelkyRnNaU2d4TEMweEtTSStQR2NnWkdGMFlTMXRiV3d0Ym05a1pUMGliV0YwYUNJK1BHY2daR0YwWVMxdGJXd3RibTlrWlQwaWJYUmhZbXhsSWo0OFp5QmtZWFJoTFcxdGJDMXViMlJsUFNKdGRISWlJSFJ5WVc1elptOXliVDBpZEhKaGJuTnNZWFJsS0RBc01UTXdNQ2tpUGp4bklHUmhkR0V0Ylcxc0xXNXZaR1U5SW0xMFpDSWdkSEpoYm5ObWIzSnRQU0owY21GdWMyeGhkR1VvT0RrNExqVXNNQ2tpUGp4bklHUmhkR0V0Ylcxc0xXNXZaR1U5SW0xcElqNDhkWE5sSUdSaGRHRXRZejBpTVVRM01FWWlJSGhzYVc1ck9taHlaV1k5SWlOTlNsZ3RNVGs1TFZSRldDMUpMVEZFTnpCR0lpOCtQQzluUGp3dlp6NDhaeUJrWVhSaExXMXRiQzF1YjJSbFBTSnRkR1FpSUhSeVlXNXpabTl5YlQwaWRISmhibk5zWVhSbEtERTBNVFV1TlN3d0tTSStQR2NnWkdGMFlTMXRiV3d0Ym05a1pUMGliV2tpTHo0OFp5QmtZWFJoTFcxdGJDMXViMlJsUFNKdGJ5SWdkSEpoYm5ObWIzSnRQU0owY21GdWMyeGhkR1VvTWpjM0xqZ3NNQ2tpUGp4MWMyVWdaR0YwWVMxalBTSXpRU0lnZUd4cGJtczZhSEpsWmowaUkwMUtXQzB4T1RrdFZFVllMVTR0TTBFaUx6NDhMMmMrUEdjZ1pHRjBZUzF0Yld3dGJtOWtaVDBpYlhSbGVIUWlJSFJ5WVc1elptOXliVDBpZEhKaGJuTnNZWFJsS0Rnek15NDJMREFwSWo0OGRYTmxJR1JoZEdFdFl6MGlOVElpSUhoc2FXNXJPbWh5WldZOUlpTk5TbGd0TVRrNUxWUkZXQzFPTFRVeUlpOCtQSFZ6WlNCa1lYUmhMV005SWpZNUlpQjRiR2x1YXpwb2NtVm1QU0lqVFVwWUxURTVPUzFVUlZndFRpMDJPU0lnZEhKaGJuTm1iM0p0UFNKMGNtRnVjMnhoZEdVb056TTJMREFwSWk4K1BIVnpaU0JrWVhSaExXTTlJamN6SWlCNGJHbHVhenBvY21WbVBTSWpUVXBZTFRFNU9TMVVSVmd0VGkwM015SWdkSEpoYm5ObWIzSnRQU0owY21GdWMyeGhkR1VvTVRBeE5Dd3dLU0l2UGp4MWMyVWdaR0YwWVMxalBTSTJOU0lnZUd4cGJtczZhSEpsWmowaUkwMUtXQzB4T1RrdFZFVllMVTR0TmpVaUlIUnlZVzV6Wm05eWJUMGlkSEpoYm5Oc1lYUmxLREUwTURnc01Da2lMejQ4ZFhObElHUmhkR0V0WXowaU1qQWlJSGhzYVc1ck9taHlaV1k5SWlOTlNsZ3RNVGs1TFZSRldDMU9MVEl3SWlCMGNtRnVjMlp2Y20wOUluUnlZVzV6YkdGMFpTZ3hPRFV5TERBcElpOCtQSFZ6WlNCa1lYUmhMV005SWpjMElpQjRiR2x1YXpwb2NtVm1QU0lqVFVwWUxURTVPUzFVUlZndFRpMDNOQ0lnZEhKaGJuTm1iM0p0UFNKMGNtRnVjMnhoZEdVb01qRXdNaXd3S1NJdlBqeDFjMlVnWkdGMFlTMWpQU0kyT1NJZ2VHeHBibXM2YUhKbFpqMGlJMDFLV0MweE9Ua3RWRVZZTFU0dE5qa2lJSFJ5WVc1elptOXliVDBpZEhKaGJuTnNZWFJsS0RJME9URXNNQ2tpTHo0OGRYTmxJR1JoZEdFdFl6MGlOa1FpSUhoc2FXNXJPbWh5WldZOUlpTk5TbGd0TVRrNUxWUkZXQzFPTFRaRUlpQjBjbUZ1YzJadmNtMDlJblJ5WVc1emJHRjBaU2d5TnpZNUxEQXBJaTgrUEhWelpTQmtZWFJoTFdNOUlqWTFJaUI0YkdsdWF6cG9jbVZtUFNJalRVcFlMVEU1T1MxVVJWZ3RUaTAyTlNJZ2RISmhibk5tYjNKdFBTSjBjbUZ1YzJ4aGRHVW9Nell3TWl3d0tTSXZQand2Wno0OEwyYytQQzluUGp4bklHUmhkR0V0Ylcxc0xXNXZaR1U5SW0xMGNpSWdkSEpoYm5ObWIzSnRQU0owY21GdWMyeGhkR1VvTUN3d0tTSStQR2NnWkdGMFlTMXRiV3d0Ym05a1pUMGliWFJrSWo0OFp5QmtZWFJoTFcxdGJDMXViMlJsUFNKdGMzVmlJajQ4WnlCa1lYUmhMVzF0YkMxdWIyUmxQU0p0YVNJK1BIVnpaU0JrWVhSaExXTTlJakZFTkRRMUlpQjRiR2x1YXpwb2NtVm1QU0lqVFVwWUxURTVPUzFVUlZndFNTMHhSRFEwTlNJdlBqd3ZaejQ4WnlCa1lYUmhMVzF0YkMxdWIyUmxQU0pVWlZoQmRHOXRJaUIwY21GdWMyWnZjbTA5SW5SeVlXNXpiR0YwWlNnM09USXNMVEUxTUNrZ2MyTmhiR1VvTUM0M01EY3BJaUJrWVhSaExXMXFlQzEwWlhoamJHRnpjejBpVDFKRUlqNDhaeUJrWVhSaExXMXRiQzF1YjJSbFBTSnRhU0krUEhWelpTQmtZWFJoTFdNOUlqRkVORFUySWlCNGJHbHVhenBvY21WbVBTSWpUVXBZTFRFNU9TMVVSVmd0U1MweFJEUTFOaUl2UGp3dlp6NDhaeUJrWVhSaExXMXRiQzF1YjJSbFBTSnRhU0lnZEhKaGJuTm1iM0p0UFNKMGNtRnVjMnhoZEdVb016UTFMREFwSWo0OGRYTmxJR1JoZEdFdFl6MGlNVVEwTlRJaUlIaHNhVzVyT21oeVpXWTlJaU5OU2xndE1UazVMVlJGV0MxSkxURkVORFV5SWk4K1BDOW5Qand2Wno0OEwyYytQQzluUGp4bklHUmhkR0V0Ylcxc0xXNXZaR1U5SW0xMFpDSWdkSEpoYm5ObWIzSnRQU0owY21GdWMyeGhkR1VvTVRReE5TNDFMREFwSWo0OFp5QmtZWFJoTFcxdGJDMXViMlJsUFNKdGFTSXZQanhuSUdSaGRHRXRiVzFzTFc1dlpHVTlJbTF2SWlCMGNtRnVjMlp2Y20wOUluUnlZVzV6YkdGMFpTZ3lOemN1T0N3d0tTSStQSFZ6WlNCa1lYUmhMV005SWpOQklpQjRiR2x1YXpwb2NtVm1QU0lqVFVwWUxURTVPUzFVUlZndFRpMHpRU0l2UGp3dlp6NDhaeUJrWVhSaExXMXRiQzF1YjJSbFBTSnRkR1Y0ZENJZ2RISmhibk5tYjNKdFBTSjBjbUZ1YzJ4aGRHVW9PRE16TGpZc01Da2lQangxYzJVZ1pHRjBZUzFqUFNJME9TSWdlR3hwYm1zNmFISmxaajBpSTAxS1dDMHhPVGt0VkVWWUxVNHRORGtpTHo0OGRYTmxJR1JoZEdFdFl6MGlOa1VpSUhoc2FXNXJPbWh5WldZOUlpTk5TbGd0TVRrNUxWUkZXQzFPTFRaRklpQjBjbUZ1YzJadmNtMDlJblJ5WVc1emJHRjBaU2d6TmpFc01Da2lMejQ4ZFhObElHUmhkR0V0WXowaU56UWlJSGhzYVc1ck9taHlaV1k5SWlOTlNsZ3RNVGs1TFZSRldDMU9MVGMwSWlCMGNtRnVjMlp2Y20wOUluUnlZVzV6YkdGMFpTZzVNVGNzTUNraUx6NDhkWE5sSUdSaGRHRXRZejBpTmpVaUlIaHNhVzVyT21oeVpXWTlJaU5OU2xndE1UazVMVlJGV0MxT0xUWTFJaUIwY21GdWMyWnZjbTA5SW5SeVlXNXpiR0YwWlNneE16QTJMREFwSWk4K1BIVnpaU0JrWVhSaExXTTlJamN5SWlCNGJHbHVhenBvY21WbVBTSWpUVXBZTFRFNU9TMVVSVmd0VGkwM01pSWdkSEpoYm5ObWIzSnRQU0owY21GdWMyeGhkR1VvTVRjMU1Dd3dLU0l2UGp4MWMyVWdaR0YwWVMxalBTSTJOU0lnZUd4cGJtczZhSEpsWmowaUkwMUtXQzB4T1RrdFZFVllMVTR0TmpVaUlIUnlZVzV6Wm05eWJUMGlkSEpoYm5Oc1lYUmxLREl4TkRJc01Da2lMejQ4ZFhObElHUmhkR0V0WXowaU5rTWlJSGhzYVc1ck9taHlaV1k5SWlOTlNsZ3RNVGs1TFZSRldDMU9MVFpESWlCMGNtRnVjMlp2Y20wOUluUnlZVzV6YkdGMFpTZ3lOVGcyTERBcElpOCtQSFZ6WlNCa1lYUmhMV005SWpZMUlpQjRiR2x1YXpwb2NtVm1QU0lqVFVwWUxURTVPUzFVUlZndFRpMDJOU0lnZEhKaGJuTm1iM0p0UFNKMGNtRnVjMnhoZEdVb01qZzJOQ3d3S1NJdlBqeDFjMlVnWkdGMFlTMWpQU0kyTXlJZ2VHeHBibXM2YUhKbFpqMGlJMDFLV0MweE9Ua3RWRVZZTFU0dE5qTWlJSFJ5WVc1elptOXliVDBpZEhKaGJuTnNZWFJsS0RNek1EZ3NNQ2tpTHo0OGRYTmxJR1JoZEdFdFl6MGlOelFpSUhoc2FXNXJPbWh5WldZOUlpTk5TbGd0TVRrNUxWUkZXQzFPTFRjMElpQjBjbUZ1YzJadmNtMDlJblJ5WVc1emJHRjBaU2d6TnpVeUxEQXBJaTgrUEhWelpTQmtZWFJoTFdNOUlqY3lJaUI0YkdsdWF6cG9jbVZtUFNJalRVcFlMVEU1T1MxVVJWZ3RUaTAzTWlJZ2RISmhibk5tYjNKdFBTSjBjbUZ1YzJ4aGRHVW9OREUwTVN3d0tTSXZQangxYzJVZ1pHRjBZUzFqUFNJMlJpSWdlR3hwYm1zNmFISmxaajBpSTAxS1dDMHhPVGt0VkVWWUxVNHROa1lpSUhSeVlXNXpabTl5YlQwaWRISmhibk5zWVhSbEtEUTFNek1zTUNraUx6NDhkWE5sSUdSaGRHRXRZejBpTmpRaUlIaHNhVzVyT21oeVpXWTlJaU5OU2xndE1UazVMVlJGV0MxT0xUWTBJaUIwY21GdWMyWnZjbTA5SW5SeVlXNXpiR0YwWlNnMU1ETXpMREFwSWk4K1BIVnpaU0JrWVhSaExXTTlJalkxSWlCNGJHbHVhenBvY21WbVBTSWpUVXBZTFRFNU9TMVVSVmd0VGkwMk5TSWdkSEpoYm5ObWIzSnRQU0owY21GdWMyeGhkR1VvTlRVNE9Td3dLU0l2UGp4MWMyVWdaR0YwWVMxalBTSXlNQ0lnZUd4cGJtczZhSEpsWmowaUkwMUtXQzB4T1RrdFZFVllMVTR0TWpBaUlIUnlZVzV6Wm05eWJUMGlkSEpoYm5Oc1lYUmxLRFl3TXpNc01Da2lMejQ4ZFhObElHUmhkR0V0WXowaU56SWlJSGhzYVc1ck9taHlaV1k5SWlOTlNsZ3RNVGs1TFZSRldDMU9MVGN5SWlCMGNtRnVjMlp2Y20wOUluUnlZVzV6YkdGMFpTZzJNamd6TERBcElpOCtQSFZ6WlNCa1lYUmhMV005SWpZMUlpQjRiR2x1YXpwb2NtVm1QU0lqVFVwWUxURTVPUzFVUlZndFRpMDJOU0lnZEhKaGJuTm1iM0p0UFNKMGNtRnVjMnhoZEdVb05qWTNOU3d3S1NJdlBqeDFjMlVnWkdGMFlTMWpQU0kzTXlJZ2VHeHBibXM2YUhKbFpqMGlJMDFLV0MweE9Ua3RWRVZZTFU0dE56TWlJSFJ5WVc1elptOXliVDBpZEhKaGJuTnNZWFJsS0RjeE1Ua3NNQ2tpTHo0OGRYTmxJR1JoZEdFdFl6MGlOamtpSUhoc2FXNXJPbWh5WldZOUlpTk5TbGd0TVRrNUxWUkZXQzFPTFRZNUlpQjBjbUZ1YzJadmNtMDlJblJ5WVc1emJHRjBaU2czTlRFekxEQXBJaTgrUEhWelpTQmtZWFJoTFdNOUlqY3pJaUI0YkdsdWF6cG9jbVZtUFNJalRVcFlMVEU1T1MxVVJWZ3RUaTAzTXlJZ2RISmhibk5tYjNKdFBTSjBjbUZ1YzJ4aGRHVW9OemM1TVN3d0tTSXZQangxYzJVZ1pHRjBZUzFqUFNJM05DSWdlR3hwYm1zNmFISmxaajBpSTAxS1dDMHhPVGt0VkVWWUxVNHROelFpSUhSeVlXNXpabTl5YlQwaWRISmhibk5zWVhSbEtEZ3hPRFVzTUNraUx6NDhkWE5sSUdSaGRHRXRZejBpTmpFaUlIaHNhVzVyT21oeVpXWTlJaU5OU2xndE1UazVMVlJGV0MxT0xUWXhJaUIwY21GdWMyWnZjbTA5SW5SeVlXNXpiR0YwWlNnNE5UYzBMREFwSWk4K1BIVnpaU0JrWVhSaExXTTlJalpGSWlCNGJHbHVhenBvY21WbVBTSWpUVXBZTFRFNU9TMVVSVmd0VGkwMlJTSWdkSEpoYm5ObWIzSnRQU0owY21GdWMyeGhkR1VvT1RBM05Dd3dLU0l2UGp4MWMyVWdaR0YwWVMxalBTSTJNeUlnZUd4cGJtczZhSEpsWmowaUkwMUtXQzB4T1RrdFZFVllMVTR0TmpNaUlIUnlZVzV6Wm05eWJUMGlkSEpoYm5Oc1lYUmxLRGsyTXpBc01Da2lMejQ4ZFhObElHUmhkR0V0WXowaU5qVWlJSGhzYVc1ck9taHlaV1k5SWlOTlNsZ3RNVGs1TFZSRldDMU9MVFkxSWlCMGNtRnVjMlp2Y20wOUluUnlZVzV6YkdGMFpTZ3hNREEzTkN3d0tTSXZQand2Wno0OEwyYytQQzluUGp4bklHUmhkR0V0Ylcxc0xXNXZaR1U5SW0xMGNpSWdkSEpoYm5ObWIzSnRQU0owY21GdWMyeGhkR1VvTUN3dE1UTXdNQ2tpUGp4bklHUmhkR0V0Ylcxc0xXNXZaR1U5SW0xMFpDSWdkSEpoYm5ObWIzSnRQU0owY21GdWMyeGhkR1VvTVRFNUxqY3NNQ2tpUGp4bklHUmhkR0V0Ylcxc0xXNXZaR1U5SW0xemRXSWlQanhuSUdSaGRHRXRiVzFzTFc1dlpHVTlJbTFwSWo0OGRYTmxJR1JoZEdFdFl6MGlNVVEwTXpZaUlIaHNhVzVyT21oeVpXWTlJaU5OU2xndE1UazVMVlJGV0MxSkxURkVORE0ySWk4K1BDOW5QanhuSUdSaGRHRXRiVzFzTFc1dlpHVTlJbTFwSWlCMGNtRnVjMlp2Y20wOUluUnlZVzV6YkdGMFpTZzNORGdzTFRFMU1Da2djMk5oYkdVb01DNDNNRGNwSWo0OGRYTmxJR1JoZEdFdFl6MGlNVVEwTkRjaUlIaHNhVzVyT21oeVpXWTlJaU5OU2xndE1UazVMVlJGV0MxSkxURkVORFEzSWk4K1BDOW5Qand2Wno0OEwyYytQR2NnWkdGMFlTMXRiV3d0Ym05a1pUMGliWFJrSWlCMGNtRnVjMlp2Y20wOUluUnlZVzV6YkdGMFpTZ3hOREUxTGpVc01Da2lQanhuSUdSaGRHRXRiVzFzTFc1dlpHVTlJbTFwSWk4K1BHY2daR0YwWVMxdGJXd3RibTlrWlQwaWJXOGlJSFJ5WVc1elptOXliVDBpZEhKaGJuTnNZWFJsS0RJM055NDRMREFwSWo0OGRYTmxJR1JoZEdFdFl6MGlNMEVpSUhoc2FXNXJPbWh5WldZOUlpTk5TbGd0TVRrNUxWUkZXQzFPTFROQklpOCtQQzluUGp4bklHUmhkR0V0Ylcxc0xXNXZaR1U5SW0xMFpYaDBJaUIwY21GdWMyWnZjbTA5SW5SeVlXNXpiR0YwWlNnNE16TXVOaXd3S1NJK1BIVnpaU0JrWVhSaExXTTlJalUwSWlCNGJHbHVhenBvY21WbVBTSWpUVXBZTFRFNU9TMVVSVmd0VGkwMU5DSXZQangxYzJVZ1pHRjBZUzFqUFNJMk5TSWdlR3hwYm1zNmFISmxaajBpSTAxS1dDMHhPVGt0VkVWWUxVNHROalVpSUhSeVlXNXpabTl5YlQwaWRISmhibk5zWVhSbEtEY3lNaXd3S1NJdlBqeDFjMlVnWkdGMFlTMWpQU0kzTWlJZ2VHeHBibXM2YUhKbFpqMGlJMDFLV0MweE9Ua3RWRVZZTFU0dE56SWlJSFJ5WVc1elptOXliVDBpZEhKaGJuTnNZWFJsS0RFeE5qWXNNQ2tpTHo0OGRYTmxJR1JoZEdFdFl6MGlOa1FpSUhoc2FXNXJPbWh5WldZOUlpTk5TbGd0TVRrNUxWUkZXQzFPTFRaRUlpQjBjbUZ1YzJadmNtMDlJblJ5WVc1emJHRjBaU2d4TlRVNExEQXBJaTgrUEhWelpTQmtZWFJoTFdNOUlqWTVJaUI0YkdsdWF6cG9jbVZtUFNJalRVcFlMVEU1T1MxVVJWZ3RUaTAyT1NJZ2RISmhibk5tYjNKdFBTSjBjbUZ1YzJ4aGRHVW9Nak01TVN3d0tTSXZQangxYzJVZ1pHRjBZUzFqUFNJMlJTSWdlR3hwYm1zNmFISmxaajBpSTAxS1dDMHhPVGt0VkVWWUxVNHROa1VpSUhSeVlXNXpabTl5YlQwaWRISmhibk5zWVhSbEtESTJOamtzTUNraUx6NDhkWE5sSUdSaGRHRXRZejBpTmpFaUlIaHNhVzVyT21oeVpXWTlJaU5OU2xndE1UazVMVlJGV0MxT0xUWXhJaUIwY21GdWMyWnZjbTA5SW5SeVlXNXpiR0YwWlNnek1qSTFMREFwSWk4K1BIVnpaU0JrWVhSaExXTTlJalpESWlCNGJHbHVhenBvY21WbVBTSWpUVXBZTFRFNU9TMVVSVmd0VGkwMlF5SWdkSEpoYm5ObWIzSnRQU0owY21GdWMyeGhkR1VvTXpjeU5Td3dLU0l2UGp4MWMyVWdaR0YwWVMxalBTSXlNQ0lnZUd4cGJtczZhSEpsWmowaUkwMUtXQzB4T1RrdFZFVllMVTR0TWpBaUlIUnlZVzV6Wm05eWJUMGlkSEpoYm5Oc1lYUmxLRFF3TURNc01Da2lMejQ4ZFhObElHUmhkR0V0WXowaU5qTWlJSGhzYVc1ck9taHlaV1k5SWlOTlNsZ3RNVGs1TFZSRldDMU9MVFl6SWlCMGNtRnVjMlp2Y20wOUluUnlZVzV6YkdGMFpTZzBNalV6TERBcElpOCtQSFZ6WlNCa1lYUmhMV005SWpZeElpQjRiR2x1YXpwb2NtVm1QU0lqVFVwWUxURTVPUzFVUlZndFRpMDJNU0lnZEhKaGJuTm1iM0p0UFNKMGNtRnVjMnhoZEdVb05EWTVOeXd3S1NJdlBqeDFjMlVnWkdGMFlTMWpQU0kzTUNJZ2VHeHBibXM2YUhKbFpqMGlJMDFLV0MweE9Ua3RWRVZZTFU0dE56QWlJSFJ5WVc1elptOXliVDBpZEhKaGJuTnNZWFJsS0RVeE9UY3NNQ2tpTHo0OGRYTmxJR1JoZEdFdFl6MGlOakVpSUhoc2FXNXJPbWh5WldZOUlpTk5TbGd0TVRrNUxWUkZXQzFPTFRZeElpQjBjbUZ1YzJadmNtMDlJblJ5WVc1emJHRjBaU2cxTnpVekxEQXBJaTgrUEhWelpTQmtZWFJoTFdNOUlqWXpJaUI0YkdsdWF6cG9jbVZtUFNJalRVcFlMVEU1T1MxVVJWZ3RUaTAyTXlJZ2RISmhibk5tYjNKdFBTSjBjbUZ1YzJ4aGRHVW9OakkxTXl3d0tTSXZQangxYzJVZ1pHRjBZUzFqUFNJMk9TSWdlR3hwYm1zNmFISmxaajBpSTAxS1dDMHhPVGt0VkVWWUxVNHROamtpSUhSeVlXNXpabTl5YlQwaWRISmhibk5zWVhSbEtEWTJPVGNzTUNraUx6NDhkWE5sSUdSaGRHRXRZejBpTnpRaUlIaHNhVzVyT21oeVpXWTlJaU5OU2xndE1UazVMVlJGV0MxT0xUYzBJaUIwY21GdWMyWnZjbTA5SW5SeVlXNXpiR0YwWlNnMk9UYzFMREFwSWk4K1BIVnpaU0JrWVhSaExXTTlJall4SWlCNGJHbHVhenBvY21WbVBTSWpUVXBZTFRFNU9TMVVSVmd0VGkwMk1TSWdkSEpoYm5ObWIzSnRQU0owY21GdWMyeGhkR1VvTnpNMk5Dd3dLU0l2UGp4MWMyVWdaR0YwWVMxalBTSTJSU0lnZUd4cGJtczZhSEpsWmowaUkwMUtXQzB4T1RrdFZFVllMVTR0TmtVaUlIUnlZVzV6Wm05eWJUMGlkSEpoYm5Oc1lYUmxLRGM0TmpRc01Da2lMejQ4ZFhObElHUmhkR0V0WXowaU5qTWlJSGhzYVc1ck9taHlaV1k5SWlOTlNsZ3RNVGs1TFZSRldDMU9MVFl6SWlCMGNtRnVjMlp2Y20wOUluUnlZVzV6YkdGMFpTZzROREl3TERBcElpOCtQSFZ6WlNCa1lYUmhMV005SWpZMUlpQjRiR2x1YXpwb2NtVm1QU0lqVFVwWUxURTVPUzFVUlZndFRpMDJOU0lnZEhKaGJuTm1iM0p0UFNKMGNtRnVjMnhoZEdVb09EZzJOQ3d3S1NJdlBqd3ZaejQ4TDJjK1BDOW5Qand2Wno0OEwyYytQQzluUGp3dmMzWm5QZz09IiwKCSJSZWFsVmlld1NpemVKc29uIiA6ICJ7XCJoZWlnaHRcIjoxMjY3Ljg1NzEzMTk1ODAwNzgsXCJ3aWR0aFwiOjQ1MDB9Igp9Cg=="/>
    </extobj>
  </extobjs>
</s:customData>
</file>

<file path=customXml/itemProps1.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2854</Words>
  <Application>WPS Presentation</Application>
  <PresentationFormat>Widescreen</PresentationFormat>
  <Paragraphs>128</Paragraphs>
  <Slides>20</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20</vt:i4>
      </vt:variant>
    </vt:vector>
  </HeadingPairs>
  <TitlesOfParts>
    <vt:vector size="28" baseType="lpstr">
      <vt:lpstr>Arial</vt:lpstr>
      <vt:lpstr>SimSun</vt:lpstr>
      <vt:lpstr>Wingdings</vt:lpstr>
      <vt:lpstr>Calibri</vt:lpstr>
      <vt:lpstr>Calibri Light</vt:lpstr>
      <vt:lpstr>Microsoft YaHei</vt:lpstr>
      <vt:lpstr>Arial Unicode MS</vt:lpstr>
      <vt:lpstr>Office Theme</vt:lpstr>
      <vt:lpstr>Position Sensitive detector - Principle and working</vt:lpstr>
      <vt:lpstr>Agenda</vt:lpstr>
      <vt:lpstr>Why choose PSD over a regular photo diode?</vt:lpstr>
      <vt:lpstr>PowerPoint 演示文稿</vt:lpstr>
      <vt:lpstr>PowerPoint 演示文稿</vt:lpstr>
      <vt:lpstr>Working Principle of a Position Sensitive detector</vt:lpstr>
      <vt:lpstr>PowerPoint 演示文稿</vt:lpstr>
      <vt:lpstr>PowerPoint 演示文稿</vt:lpstr>
      <vt:lpstr>PSD types - lateral and segmented</vt:lpstr>
      <vt:lpstr>Lateral effect PSDs</vt:lpstr>
      <vt:lpstr>Segmented/Quadrant PSDs</vt:lpstr>
      <vt:lpstr>PSD Characterstics</vt:lpstr>
      <vt:lpstr>Position Detection Error</vt:lpstr>
      <vt:lpstr>PowerPoint 演示文稿</vt:lpstr>
      <vt:lpstr>Position Resolution</vt:lpstr>
      <vt:lpstr>Dark current</vt:lpstr>
      <vt:lpstr>Saturation photocurrent vs Interelectrode resistance</vt:lpstr>
      <vt:lpstr>Rise time</vt:lpstr>
      <vt:lpstr>References</vt:lpstr>
      <vt:lpstr>Thankyou!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Georgey V B</cp:lastModifiedBy>
  <cp:revision>5</cp:revision>
  <dcterms:created xsi:type="dcterms:W3CDTF">2025-07-23T00:59:00Z</dcterms:created>
  <dcterms:modified xsi:type="dcterms:W3CDTF">2026-07-15T11:36:33Z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714BD9D45A8841FEA361EFBDD826CD95_11</vt:lpwstr>
  </property>
  <property fmtid="{D5CDD505-2E9C-101B-9397-08002B2CF9AE}" pid="3" name="KSOProductBuildVer">
    <vt:lpwstr>2057-12.2.0.23206</vt:lpwstr>
  </property>
</Properties>
</file>